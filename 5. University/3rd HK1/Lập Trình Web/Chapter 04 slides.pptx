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68"/>
  </p:notesMasterIdLst>
  <p:handoutMasterIdLst>
    <p:handoutMasterId r:id="rId69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6452" autoAdjust="0"/>
  </p:normalViewPr>
  <p:slideViewPr>
    <p:cSldViewPr>
      <p:cViewPr varScale="1">
        <p:scale>
          <a:sx n="76" d="100"/>
          <a:sy n="76" d="100"/>
        </p:scale>
        <p:origin x="108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image" Target="../media/image75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image" Target="../media/image89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image" Target="../media/image91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image" Target="../media/image97.e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image" Target="../media/image107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image" Target="../media/image109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image" Target="../media/image111.e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image" Target="../media/image116.e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image" Target="../media/image118.emf"/></Relationships>
</file>

<file path=ppt/drawings/_rels/vmlDrawing5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image" Target="../media/image120.e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image" Target="../media/image123.e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image" Target="../media/image126.e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image" Target="../media/image128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e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image" Target="../media/image132.e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image" Target="../media/image134.emf"/></Relationships>
</file>

<file path=ppt/drawings/_rels/vmlDrawing6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image" Target="../media/image136.e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emf"/><Relationship Id="rId1" Type="http://schemas.openxmlformats.org/officeDocument/2006/relationships/image" Target="../media/image139.emf"/></Relationships>
</file>

<file path=ppt/drawings/_rels/vmlDrawing6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image" Target="../media/image142.emf"/></Relationships>
</file>

<file path=ppt/drawings/_rels/vmlDrawing6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emf"/><Relationship Id="rId1" Type="http://schemas.openxmlformats.org/officeDocument/2006/relationships/image" Target="../media/image14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9/12/2023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33CC"/>
                </a:solidFill>
              </a:defRPr>
            </a:lvl1pPr>
          </a:lstStyle>
          <a:p>
            <a:r>
              <a:rPr lang="en-US" dirty="0" smtClean="0"/>
              <a:t>Chapter number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smtClean="0">
              <a:latin typeface="Times New Roman"/>
            </a:endParaRPr>
          </a:p>
          <a:p>
            <a:pPr>
              <a:defRPr/>
            </a:pPr>
            <a:r>
              <a:rPr lang="en-US" smtClean="0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600" b="1" i="0" baseline="0">
                <a:solidFill>
                  <a:srgbClr val="0033CC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0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762000" y="6248400"/>
            <a:ext cx="1981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Document3.docx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Word_Document5.docx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Document7.docx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Document9.docx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.docx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Document11.docx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Document13.docx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Document15.docx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Document17.docx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Document19.docx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Document21.docx"/><Relationship Id="rId4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Word_Document23.docx"/><Relationship Id="rId4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4.docx"/><Relationship Id="rId7" Type="http://schemas.openxmlformats.org/officeDocument/2006/relationships/hyperlink" Target="http://www.w3schools.com/html/html5_semantic_elements.asp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Document25.docx"/><Relationship Id="rId4" Type="http://schemas.openxmlformats.org/officeDocument/2006/relationships/image" Target="../media/image2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6.docx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Document27.docx"/><Relationship Id="rId4" Type="http://schemas.openxmlformats.org/officeDocument/2006/relationships/image" Target="../media/image2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Document29.docx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Word_Document31.docx"/><Relationship Id="rId4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Document33.docx"/><Relationship Id="rId4" Type="http://schemas.openxmlformats.org/officeDocument/2006/relationships/image" Target="../media/image3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7.emf"/><Relationship Id="rId5" Type="http://schemas.openxmlformats.org/officeDocument/2006/relationships/package" Target="../embeddings/Microsoft_Word_Document35.docx"/><Relationship Id="rId4" Type="http://schemas.openxmlformats.org/officeDocument/2006/relationships/image" Target="../media/image3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9.emf"/><Relationship Id="rId5" Type="http://schemas.openxmlformats.org/officeDocument/2006/relationships/package" Target="../embeddings/Microsoft_Word_Document37.docx"/><Relationship Id="rId4" Type="http://schemas.openxmlformats.org/officeDocument/2006/relationships/image" Target="../media/image3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1.emf"/><Relationship Id="rId5" Type="http://schemas.openxmlformats.org/officeDocument/2006/relationships/package" Target="../embeddings/Microsoft_Word_Document39.docx"/><Relationship Id="rId4" Type="http://schemas.openxmlformats.org/officeDocument/2006/relationships/image" Target="../media/image4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3.emf"/><Relationship Id="rId5" Type="http://schemas.openxmlformats.org/officeDocument/2006/relationships/package" Target="../embeddings/Microsoft_Word_Document41.docx"/><Relationship Id="rId4" Type="http://schemas.openxmlformats.org/officeDocument/2006/relationships/image" Target="../media/image4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5.emf"/><Relationship Id="rId5" Type="http://schemas.openxmlformats.org/officeDocument/2006/relationships/package" Target="../embeddings/Microsoft_Word_Document43.docx"/><Relationship Id="rId4" Type="http://schemas.openxmlformats.org/officeDocument/2006/relationships/image" Target="../media/image4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7.emf"/><Relationship Id="rId5" Type="http://schemas.openxmlformats.org/officeDocument/2006/relationships/package" Target="../embeddings/Microsoft_Word_Document45.docx"/><Relationship Id="rId4" Type="http://schemas.openxmlformats.org/officeDocument/2006/relationships/image" Target="../media/image4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9.png"/><Relationship Id="rId4" Type="http://schemas.openxmlformats.org/officeDocument/2006/relationships/image" Target="../media/image4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1.emf"/><Relationship Id="rId5" Type="http://schemas.openxmlformats.org/officeDocument/2006/relationships/package" Target="../embeddings/Microsoft_Word_Document48.docx"/><Relationship Id="rId4" Type="http://schemas.openxmlformats.org/officeDocument/2006/relationships/image" Target="../media/image5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3.emf"/><Relationship Id="rId5" Type="http://schemas.openxmlformats.org/officeDocument/2006/relationships/package" Target="../embeddings/Microsoft_Word_Document50.docx"/><Relationship Id="rId4" Type="http://schemas.openxmlformats.org/officeDocument/2006/relationships/image" Target="../media/image5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5.emf"/><Relationship Id="rId5" Type="http://schemas.openxmlformats.org/officeDocument/2006/relationships/package" Target="../embeddings/Microsoft_Word_Document52.docx"/><Relationship Id="rId4" Type="http://schemas.openxmlformats.org/officeDocument/2006/relationships/image" Target="../media/image5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package" Target="../embeddings/Microsoft_Word_Document54.docx"/><Relationship Id="rId5" Type="http://schemas.openxmlformats.org/officeDocument/2006/relationships/image" Target="../media/image56.emf"/><Relationship Id="rId4" Type="http://schemas.openxmlformats.org/officeDocument/2006/relationships/package" Target="../embeddings/Microsoft_Word_Document53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0.emf"/><Relationship Id="rId5" Type="http://schemas.openxmlformats.org/officeDocument/2006/relationships/package" Target="../embeddings/Microsoft_Word_Document56.docx"/><Relationship Id="rId4" Type="http://schemas.openxmlformats.org/officeDocument/2006/relationships/image" Target="../media/image5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2.emf"/><Relationship Id="rId5" Type="http://schemas.openxmlformats.org/officeDocument/2006/relationships/package" Target="../embeddings/Microsoft_Word_Document58.docx"/><Relationship Id="rId4" Type="http://schemas.openxmlformats.org/officeDocument/2006/relationships/image" Target="../media/image6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4.emf"/><Relationship Id="rId5" Type="http://schemas.openxmlformats.org/officeDocument/2006/relationships/package" Target="../embeddings/Microsoft_Word_Document60.docx"/><Relationship Id="rId4" Type="http://schemas.openxmlformats.org/officeDocument/2006/relationships/image" Target="../media/image6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6.emf"/><Relationship Id="rId5" Type="http://schemas.openxmlformats.org/officeDocument/2006/relationships/package" Target="../embeddings/Microsoft_Word_Document62.docx"/><Relationship Id="rId4" Type="http://schemas.openxmlformats.org/officeDocument/2006/relationships/image" Target="../media/image6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68.png"/><Relationship Id="rId4" Type="http://schemas.openxmlformats.org/officeDocument/2006/relationships/image" Target="../media/image67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70.emf"/><Relationship Id="rId5" Type="http://schemas.openxmlformats.org/officeDocument/2006/relationships/package" Target="../embeddings/Microsoft_Word_Document65.docx"/><Relationship Id="rId4" Type="http://schemas.openxmlformats.org/officeDocument/2006/relationships/image" Target="../media/image6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2.emf"/><Relationship Id="rId5" Type="http://schemas.openxmlformats.org/officeDocument/2006/relationships/package" Target="../embeddings/Microsoft_Word_Document67.docx"/><Relationship Id="rId4" Type="http://schemas.openxmlformats.org/officeDocument/2006/relationships/image" Target="../media/image7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74.emf"/><Relationship Id="rId5" Type="http://schemas.openxmlformats.org/officeDocument/2006/relationships/package" Target="../embeddings/Microsoft_Word_Document69.docx"/><Relationship Id="rId4" Type="http://schemas.openxmlformats.org/officeDocument/2006/relationships/image" Target="../media/image7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76.emf"/><Relationship Id="rId5" Type="http://schemas.openxmlformats.org/officeDocument/2006/relationships/package" Target="../embeddings/Microsoft_Word_Document71.docx"/><Relationship Id="rId4" Type="http://schemas.openxmlformats.org/officeDocument/2006/relationships/image" Target="../media/image7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78.emf"/><Relationship Id="rId5" Type="http://schemas.openxmlformats.org/officeDocument/2006/relationships/package" Target="../embeddings/Microsoft_Word_Document73.docx"/><Relationship Id="rId4" Type="http://schemas.openxmlformats.org/officeDocument/2006/relationships/image" Target="../media/image7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80.emf"/><Relationship Id="rId5" Type="http://schemas.openxmlformats.org/officeDocument/2006/relationships/package" Target="../embeddings/Microsoft_Word_Document75.docx"/><Relationship Id="rId4" Type="http://schemas.openxmlformats.org/officeDocument/2006/relationships/image" Target="../media/image79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82.emf"/><Relationship Id="rId5" Type="http://schemas.openxmlformats.org/officeDocument/2006/relationships/package" Target="../embeddings/Microsoft_Word_Document77.docx"/><Relationship Id="rId4" Type="http://schemas.openxmlformats.org/officeDocument/2006/relationships/image" Target="../media/image8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84.emf"/><Relationship Id="rId5" Type="http://schemas.openxmlformats.org/officeDocument/2006/relationships/package" Target="../embeddings/Microsoft_Word_Document79.docx"/><Relationship Id="rId4" Type="http://schemas.openxmlformats.org/officeDocument/2006/relationships/image" Target="../media/image8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5" Type="http://schemas.openxmlformats.org/officeDocument/2006/relationships/image" Target="../media/image86.png"/><Relationship Id="rId4" Type="http://schemas.openxmlformats.org/officeDocument/2006/relationships/image" Target="../media/image8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88.emf"/><Relationship Id="rId5" Type="http://schemas.openxmlformats.org/officeDocument/2006/relationships/package" Target="../embeddings/Microsoft_Word_Document82.docx"/><Relationship Id="rId4" Type="http://schemas.openxmlformats.org/officeDocument/2006/relationships/image" Target="../media/image8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90.emf"/><Relationship Id="rId5" Type="http://schemas.openxmlformats.org/officeDocument/2006/relationships/package" Target="../embeddings/Microsoft_Word_Document84.docx"/><Relationship Id="rId4" Type="http://schemas.openxmlformats.org/officeDocument/2006/relationships/image" Target="../media/image8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2.emf"/><Relationship Id="rId5" Type="http://schemas.openxmlformats.org/officeDocument/2006/relationships/package" Target="../embeddings/Microsoft_Word_Document86.docx"/><Relationship Id="rId4" Type="http://schemas.openxmlformats.org/officeDocument/2006/relationships/image" Target="../media/image9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94.emf"/><Relationship Id="rId5" Type="http://schemas.openxmlformats.org/officeDocument/2006/relationships/package" Target="../embeddings/Microsoft_Word_Document88.docx"/><Relationship Id="rId4" Type="http://schemas.openxmlformats.org/officeDocument/2006/relationships/image" Target="../media/image93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96.emf"/><Relationship Id="rId5" Type="http://schemas.openxmlformats.org/officeDocument/2006/relationships/package" Target="../embeddings/Microsoft_Word_Document90.docx"/><Relationship Id="rId4" Type="http://schemas.openxmlformats.org/officeDocument/2006/relationships/image" Target="../media/image95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98.emf"/><Relationship Id="rId5" Type="http://schemas.openxmlformats.org/officeDocument/2006/relationships/package" Target="../embeddings/Microsoft_Word_Document92.docx"/><Relationship Id="rId4" Type="http://schemas.openxmlformats.org/officeDocument/2006/relationships/image" Target="../media/image97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package" Target="../embeddings/Microsoft_Word_Document93.docx"/><Relationship Id="rId7" Type="http://schemas.openxmlformats.org/officeDocument/2006/relationships/image" Target="../media/image10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package" Target="../embeddings/Microsoft_Word_Document94.docx"/><Relationship Id="rId5" Type="http://schemas.openxmlformats.org/officeDocument/2006/relationships/image" Target="../media/image101.png"/><Relationship Id="rId4" Type="http://schemas.openxmlformats.org/officeDocument/2006/relationships/image" Target="../media/image99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97.docx"/><Relationship Id="rId3" Type="http://schemas.openxmlformats.org/officeDocument/2006/relationships/package" Target="../embeddings/Microsoft_Word_Document95.docx"/><Relationship Id="rId7" Type="http://schemas.openxmlformats.org/officeDocument/2006/relationships/image" Target="../media/image10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04.emf"/><Relationship Id="rId5" Type="http://schemas.openxmlformats.org/officeDocument/2006/relationships/package" Target="../embeddings/Microsoft_Word_Document96.docx"/><Relationship Id="rId4" Type="http://schemas.openxmlformats.org/officeDocument/2006/relationships/image" Target="../media/image103.emf"/><Relationship Id="rId9" Type="http://schemas.openxmlformats.org/officeDocument/2006/relationships/image" Target="../media/image105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08.emf"/><Relationship Id="rId5" Type="http://schemas.openxmlformats.org/officeDocument/2006/relationships/package" Target="../embeddings/Microsoft_Word_Document99.docx"/><Relationship Id="rId4" Type="http://schemas.openxmlformats.org/officeDocument/2006/relationships/image" Target="../media/image107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10.emf"/><Relationship Id="rId5" Type="http://schemas.openxmlformats.org/officeDocument/2006/relationships/package" Target="../embeddings/Microsoft_Word_Document101.docx"/><Relationship Id="rId4" Type="http://schemas.openxmlformats.org/officeDocument/2006/relationships/image" Target="../media/image109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04.docx"/><Relationship Id="rId3" Type="http://schemas.openxmlformats.org/officeDocument/2006/relationships/package" Target="../embeddings/Microsoft_Word_Document102.docx"/><Relationship Id="rId7" Type="http://schemas.openxmlformats.org/officeDocument/2006/relationships/image" Target="../media/image1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12.emf"/><Relationship Id="rId5" Type="http://schemas.openxmlformats.org/officeDocument/2006/relationships/package" Target="../embeddings/Microsoft_Word_Document103.docx"/><Relationship Id="rId10" Type="http://schemas.openxmlformats.org/officeDocument/2006/relationships/image" Target="../media/image115.png"/><Relationship Id="rId4" Type="http://schemas.openxmlformats.org/officeDocument/2006/relationships/image" Target="../media/image111.emf"/><Relationship Id="rId9" Type="http://schemas.openxmlformats.org/officeDocument/2006/relationships/image" Target="../media/image113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17.emf"/><Relationship Id="rId5" Type="http://schemas.openxmlformats.org/officeDocument/2006/relationships/package" Target="../embeddings/Microsoft_Word_Document106.docx"/><Relationship Id="rId4" Type="http://schemas.openxmlformats.org/officeDocument/2006/relationships/image" Target="../media/image11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19.emf"/><Relationship Id="rId5" Type="http://schemas.openxmlformats.org/officeDocument/2006/relationships/package" Target="../embeddings/Microsoft_Word_Document108.docx"/><Relationship Id="rId4" Type="http://schemas.openxmlformats.org/officeDocument/2006/relationships/image" Target="../media/image118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9.docx"/><Relationship Id="rId7" Type="http://schemas.openxmlformats.org/officeDocument/2006/relationships/image" Target="../media/image1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21.emf"/><Relationship Id="rId5" Type="http://schemas.openxmlformats.org/officeDocument/2006/relationships/package" Target="../embeddings/Microsoft_Word_Document110.docx"/><Relationship Id="rId4" Type="http://schemas.openxmlformats.org/officeDocument/2006/relationships/image" Target="../media/image12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11.docx"/><Relationship Id="rId7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24.emf"/><Relationship Id="rId5" Type="http://schemas.openxmlformats.org/officeDocument/2006/relationships/package" Target="../embeddings/Microsoft_Word_Document112.docx"/><Relationship Id="rId4" Type="http://schemas.openxmlformats.org/officeDocument/2006/relationships/image" Target="../media/image123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27.emf"/><Relationship Id="rId5" Type="http://schemas.openxmlformats.org/officeDocument/2006/relationships/package" Target="../embeddings/Microsoft_Word_Document114.docx"/><Relationship Id="rId4" Type="http://schemas.openxmlformats.org/officeDocument/2006/relationships/image" Target="../media/image126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29.emf"/><Relationship Id="rId5" Type="http://schemas.openxmlformats.org/officeDocument/2006/relationships/package" Target="../embeddings/Microsoft_Word_Document116.docx"/><Relationship Id="rId4" Type="http://schemas.openxmlformats.org/officeDocument/2006/relationships/image" Target="../media/image128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5" Type="http://schemas.openxmlformats.org/officeDocument/2006/relationships/image" Target="../media/image131.png"/><Relationship Id="rId4" Type="http://schemas.openxmlformats.org/officeDocument/2006/relationships/image" Target="../media/image130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33.emf"/><Relationship Id="rId5" Type="http://schemas.openxmlformats.org/officeDocument/2006/relationships/package" Target="../embeddings/Microsoft_Word_Document119.docx"/><Relationship Id="rId4" Type="http://schemas.openxmlformats.org/officeDocument/2006/relationships/image" Target="../media/image132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135.emf"/><Relationship Id="rId5" Type="http://schemas.openxmlformats.org/officeDocument/2006/relationships/package" Target="../embeddings/Microsoft_Word_Document121.docx"/><Relationship Id="rId4" Type="http://schemas.openxmlformats.org/officeDocument/2006/relationships/image" Target="../media/image134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22.docx"/><Relationship Id="rId7" Type="http://schemas.openxmlformats.org/officeDocument/2006/relationships/image" Target="../media/image1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137.emf"/><Relationship Id="rId5" Type="http://schemas.openxmlformats.org/officeDocument/2006/relationships/package" Target="../embeddings/Microsoft_Word_Document123.docx"/><Relationship Id="rId4" Type="http://schemas.openxmlformats.org/officeDocument/2006/relationships/image" Target="../media/image136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24.docx"/><Relationship Id="rId7" Type="http://schemas.openxmlformats.org/officeDocument/2006/relationships/image" Target="../media/image1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40.emf"/><Relationship Id="rId5" Type="http://schemas.openxmlformats.org/officeDocument/2006/relationships/package" Target="../embeddings/Microsoft_Word_Document125.docx"/><Relationship Id="rId4" Type="http://schemas.openxmlformats.org/officeDocument/2006/relationships/image" Target="../media/image139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43.emf"/><Relationship Id="rId5" Type="http://schemas.openxmlformats.org/officeDocument/2006/relationships/package" Target="../embeddings/Microsoft_Word_Document127.docx"/><Relationship Id="rId4" Type="http://schemas.openxmlformats.org/officeDocument/2006/relationships/image" Target="../media/image142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145.emf"/><Relationship Id="rId5" Type="http://schemas.openxmlformats.org/officeDocument/2006/relationships/package" Target="../embeddings/Microsoft_Word_Document129.docx"/><Relationship Id="rId4" Type="http://schemas.openxmlformats.org/officeDocument/2006/relationships/image" Target="../media/image14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smtClean="0">
              <a:latin typeface="Times New Roman"/>
            </a:endParaRPr>
          </a:p>
          <a:p>
            <a:pPr>
              <a:defRPr/>
            </a:pPr>
            <a:r>
              <a:rPr lang="en-US" smtClean="0"/>
              <a:t>Slide </a:t>
            </a:r>
            <a:fld id="{BF5C1183-B085-4070-A402-C03A3F977D3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48380"/>
              </p:ext>
            </p:extLst>
          </p:nvPr>
        </p:nvGraphicFramePr>
        <p:xfrm>
          <a:off x="914400" y="1600200"/>
          <a:ext cx="7301323" cy="2309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Document" r:id="rId3" imgW="7313400" imgH="2319285" progId="Word.Document.12">
                  <p:embed/>
                </p:oleObj>
              </mc:Choice>
              <mc:Fallback>
                <p:oleObj name="Document" r:id="rId3" imgW="7313400" imgH="2319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600200"/>
                        <a:ext cx="7301323" cy="2309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178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67331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365835"/>
              </p:ext>
            </p:extLst>
          </p:nvPr>
        </p:nvGraphicFramePr>
        <p:xfrm>
          <a:off x="914400" y="1087818"/>
          <a:ext cx="7301323" cy="3179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Document" r:id="rId5" imgW="7301323" imgH="3180462" progId="Word.Document.12">
                  <p:embed/>
                </p:oleObj>
              </mc:Choice>
              <mc:Fallback>
                <p:oleObj name="Document" r:id="rId5" imgW="7301323" imgH="31804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7818"/>
                        <a:ext cx="7301323" cy="3179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104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038471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600310"/>
              </p:ext>
            </p:extLst>
          </p:nvPr>
        </p:nvGraphicFramePr>
        <p:xfrm>
          <a:off x="914400" y="1142506"/>
          <a:ext cx="7301323" cy="3353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Document" r:id="rId5" imgW="7301323" imgH="3353294" progId="Word.Document.12">
                  <p:embed/>
                </p:oleObj>
              </mc:Choice>
              <mc:Fallback>
                <p:oleObj name="Document" r:id="rId5" imgW="7301323" imgH="33532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2506"/>
                        <a:ext cx="7301323" cy="3353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843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989803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262536"/>
              </p:ext>
            </p:extLst>
          </p:nvPr>
        </p:nvGraphicFramePr>
        <p:xfrm>
          <a:off x="914400" y="1088454"/>
          <a:ext cx="7301323" cy="3635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Document" r:id="rId5" imgW="7301323" imgH="3635946" progId="Word.Document.12">
                  <p:embed/>
                </p:oleObj>
              </mc:Choice>
              <mc:Fallback>
                <p:oleObj name="Document" r:id="rId5" imgW="7301323" imgH="36359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8454"/>
                        <a:ext cx="7301323" cy="3635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458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55084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959264"/>
              </p:ext>
            </p:extLst>
          </p:nvPr>
        </p:nvGraphicFramePr>
        <p:xfrm>
          <a:off x="914400" y="1150503"/>
          <a:ext cx="7301323" cy="2278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Document" r:id="rId5" imgW="7301323" imgH="2278497" progId="Word.Document.12">
                  <p:embed/>
                </p:oleObj>
              </mc:Choice>
              <mc:Fallback>
                <p:oleObj name="Document" r:id="rId5" imgW="7301323" imgH="22784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50503"/>
                        <a:ext cx="7301323" cy="2278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275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286859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671106"/>
              </p:ext>
            </p:extLst>
          </p:nvPr>
        </p:nvGraphicFramePr>
        <p:xfrm>
          <a:off x="914400" y="1143000"/>
          <a:ext cx="7301323" cy="303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Document" r:id="rId5" imgW="7301323" imgH="3034636" progId="Word.Document.12">
                  <p:embed/>
                </p:oleObj>
              </mc:Choice>
              <mc:Fallback>
                <p:oleObj name="Document" r:id="rId5" imgW="7301323" imgH="30346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034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162954"/>
            <a:ext cx="7239000" cy="101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3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575761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939833"/>
              </p:ext>
            </p:extLst>
          </p:nvPr>
        </p:nvGraphicFramePr>
        <p:xfrm>
          <a:off x="914400" y="1143000"/>
          <a:ext cx="7301323" cy="1744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Document" r:id="rId5" imgW="7301323" imgH="1744159" progId="Word.Document.12">
                  <p:embed/>
                </p:oleObj>
              </mc:Choice>
              <mc:Fallback>
                <p:oleObj name="Document" r:id="rId5" imgW="7301323" imgH="17441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744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818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021635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493817"/>
              </p:ext>
            </p:extLst>
          </p:nvPr>
        </p:nvGraphicFramePr>
        <p:xfrm>
          <a:off x="914400" y="1125537"/>
          <a:ext cx="7362825" cy="504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Document" r:id="rId5" imgW="7377498" imgH="5061807" progId="Word.Document.12">
                  <p:embed/>
                </p:oleObj>
              </mc:Choice>
              <mc:Fallback>
                <p:oleObj name="Document" r:id="rId5" imgW="7377498" imgH="50618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5537"/>
                        <a:ext cx="7362825" cy="5046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064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169882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844915"/>
              </p:ext>
            </p:extLst>
          </p:nvPr>
        </p:nvGraphicFramePr>
        <p:xfrm>
          <a:off x="914400" y="1143000"/>
          <a:ext cx="7300912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Document" r:id="rId5" imgW="7301323" imgH="1832376" progId="Word.Document.12">
                  <p:embed/>
                </p:oleObj>
              </mc:Choice>
              <mc:Fallback>
                <p:oleObj name="Document" r:id="rId5" imgW="7301323" imgH="18323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0912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281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4764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994815"/>
              </p:ext>
            </p:extLst>
          </p:nvPr>
        </p:nvGraphicFramePr>
        <p:xfrm>
          <a:off x="914400" y="1143000"/>
          <a:ext cx="7301323" cy="1430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Document" r:id="rId5" imgW="7301323" imgH="1430542" progId="Word.Document.12">
                  <p:embed/>
                </p:oleObj>
              </mc:Choice>
              <mc:Fallback>
                <p:oleObj name="Document" r:id="rId5" imgW="7301323" imgH="14305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430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06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20524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109917"/>
              </p:ext>
            </p:extLst>
          </p:nvPr>
        </p:nvGraphicFramePr>
        <p:xfrm>
          <a:off x="914400" y="1143000"/>
          <a:ext cx="730091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Document" r:id="rId5" imgW="7301323" imgH="1081278" progId="Word.Document.12">
                  <p:embed/>
                </p:oleObj>
              </mc:Choice>
              <mc:Fallback>
                <p:oleObj name="Document" r:id="rId5" imgW="7301323" imgH="10812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0912" cy="108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710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19187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309639"/>
              </p:ext>
            </p:extLst>
          </p:nvPr>
        </p:nvGraphicFramePr>
        <p:xfrm>
          <a:off x="914400" y="1143000"/>
          <a:ext cx="7254875" cy="364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Document" r:id="rId5" imgW="7313400" imgH="3683824" progId="Word.Document.12">
                  <p:embed/>
                </p:oleObj>
              </mc:Choice>
              <mc:Fallback>
                <p:oleObj name="Document" r:id="rId5" imgW="7313400" imgH="36838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54875" cy="364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730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293027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583031"/>
              </p:ext>
            </p:extLst>
          </p:nvPr>
        </p:nvGraphicFramePr>
        <p:xfrm>
          <a:off x="914400" y="1139825"/>
          <a:ext cx="7362825" cy="432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Document" r:id="rId5" imgW="7377498" imgH="4340955" progId="Word.Document.12">
                  <p:embed/>
                </p:oleObj>
              </mc:Choice>
              <mc:Fallback>
                <p:oleObj name="Document" r:id="rId5" imgW="7377498" imgH="43409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39825"/>
                        <a:ext cx="7362825" cy="432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90600" y="5943600"/>
            <a:ext cx="54019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7"/>
              </a:rPr>
              <a:t>http://www.w3schools.com/html/html5_semantic_elements.asp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5633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15444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643461"/>
              </p:ext>
            </p:extLst>
          </p:nvPr>
        </p:nvGraphicFramePr>
        <p:xfrm>
          <a:off x="914400" y="1143000"/>
          <a:ext cx="7301323" cy="303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Document" r:id="rId5" imgW="7301323" imgH="3034636" progId="Word.Document.12">
                  <p:embed/>
                </p:oleObj>
              </mc:Choice>
              <mc:Fallback>
                <p:oleObj name="Document" r:id="rId5" imgW="7301323" imgH="30346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034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1-08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1295400" y="4200525"/>
            <a:ext cx="513842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8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339862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253792"/>
              </p:ext>
            </p:extLst>
          </p:nvPr>
        </p:nvGraphicFramePr>
        <p:xfrm>
          <a:off x="914400" y="1143000"/>
          <a:ext cx="7301323" cy="194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Document" r:id="rId5" imgW="7301323" imgH="1941836" progId="Word.Document.12">
                  <p:embed/>
                </p:oleObj>
              </mc:Choice>
              <mc:Fallback>
                <p:oleObj name="Document" r:id="rId5" imgW="7301323" imgH="1941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941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346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077552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198239"/>
              </p:ext>
            </p:extLst>
          </p:nvPr>
        </p:nvGraphicFramePr>
        <p:xfrm>
          <a:off x="914400" y="1090095"/>
          <a:ext cx="7377498" cy="188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Document" r:id="rId5" imgW="7377498" imgH="1881705" progId="Word.Document.12">
                  <p:embed/>
                </p:oleObj>
              </mc:Choice>
              <mc:Fallback>
                <p:oleObj name="Document" r:id="rId5" imgW="7377498" imgH="18817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0095"/>
                        <a:ext cx="7377498" cy="1881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668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10911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197487"/>
              </p:ext>
            </p:extLst>
          </p:nvPr>
        </p:nvGraphicFramePr>
        <p:xfrm>
          <a:off x="914400" y="1123950"/>
          <a:ext cx="7300912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Document" r:id="rId5" imgW="7301323" imgH="2076860" progId="Word.Document.12">
                  <p:embed/>
                </p:oleObj>
              </mc:Choice>
              <mc:Fallback>
                <p:oleObj name="Document" r:id="rId5" imgW="7301323" imgH="20768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3950"/>
                        <a:ext cx="7300912" cy="207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416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548626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917353"/>
              </p:ext>
            </p:extLst>
          </p:nvPr>
        </p:nvGraphicFramePr>
        <p:xfrm>
          <a:off x="914400" y="1119187"/>
          <a:ext cx="7300912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Document" r:id="rId5" imgW="7301323" imgH="1471950" progId="Word.Document.12">
                  <p:embed/>
                </p:oleObj>
              </mc:Choice>
              <mc:Fallback>
                <p:oleObj name="Document" r:id="rId5" imgW="7301323" imgH="14719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19187"/>
                        <a:ext cx="7300912" cy="147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109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282916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262993"/>
              </p:ext>
            </p:extLst>
          </p:nvPr>
        </p:nvGraphicFramePr>
        <p:xfrm>
          <a:off x="914400" y="1122362"/>
          <a:ext cx="7292975" cy="299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0" name="Document" r:id="rId5" imgW="7301323" imgH="3006911" progId="Word.Document.12">
                  <p:embed/>
                </p:oleObj>
              </mc:Choice>
              <mc:Fallback>
                <p:oleObj name="Document" r:id="rId5" imgW="7301323" imgH="3006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2362"/>
                        <a:ext cx="7292975" cy="2992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952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104930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Document" r:id="rId3" imgW="7301323" imgH="777382" progId="Word.Document.12">
                  <p:embed/>
                </p:oleObj>
              </mc:Choice>
              <mc:Fallback>
                <p:oleObj name="Document" r:id="rId3" imgW="7301323" imgH="777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299811"/>
              </p:ext>
            </p:extLst>
          </p:nvPr>
        </p:nvGraphicFramePr>
        <p:xfrm>
          <a:off x="914400" y="1447800"/>
          <a:ext cx="7377112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Document" r:id="rId5" imgW="7377498" imgH="3102688" progId="Word.Document.12">
                  <p:embed/>
                </p:oleObj>
              </mc:Choice>
              <mc:Fallback>
                <p:oleObj name="Document" r:id="rId5" imgW="7377498" imgH="31026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77112" cy="310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3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156556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535371"/>
              </p:ext>
            </p:extLst>
          </p:nvPr>
        </p:nvGraphicFramePr>
        <p:xfrm>
          <a:off x="914400" y="1143000"/>
          <a:ext cx="7301323" cy="16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Document" r:id="rId5" imgW="7301323" imgH="1649462" progId="Word.Document.12">
                  <p:embed/>
                </p:oleObj>
              </mc:Choice>
              <mc:Fallback>
                <p:oleObj name="Document" r:id="rId5" imgW="7301323" imgH="16494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64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27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91863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217032"/>
              </p:ext>
            </p:extLst>
          </p:nvPr>
        </p:nvGraphicFramePr>
        <p:xfrm>
          <a:off x="914400" y="1143000"/>
          <a:ext cx="7300912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Document" r:id="rId5" imgW="7301323" imgH="1721115" progId="Word.Document.12">
                  <p:embed/>
                </p:oleObj>
              </mc:Choice>
              <mc:Fallback>
                <p:oleObj name="Document" r:id="rId5" imgW="7301323" imgH="17211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0912" cy="172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567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22762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563272"/>
              </p:ext>
            </p:extLst>
          </p:nvPr>
        </p:nvGraphicFramePr>
        <p:xfrm>
          <a:off x="914400" y="1146175"/>
          <a:ext cx="7301323" cy="397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Document" r:id="rId5" imgW="7301323" imgH="3979089" progId="Word.Document.12">
                  <p:embed/>
                </p:oleObj>
              </mc:Choice>
              <mc:Fallback>
                <p:oleObj name="Document" r:id="rId5" imgW="7301323" imgH="39790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301323" cy="3979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64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26589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191260"/>
            <a:ext cx="4343400" cy="1040003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037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707312"/>
              </p:ext>
            </p:extLst>
          </p:nvPr>
        </p:nvGraphicFramePr>
        <p:xfrm>
          <a:off x="9906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016910"/>
              </p:ext>
            </p:extLst>
          </p:nvPr>
        </p:nvGraphicFramePr>
        <p:xfrm>
          <a:off x="914400" y="1146175"/>
          <a:ext cx="7300912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Document" r:id="rId5" imgW="7301323" imgH="3121772" progId="Word.Document.12">
                  <p:embed/>
                </p:oleObj>
              </mc:Choice>
              <mc:Fallback>
                <p:oleObj name="Document" r:id="rId5" imgW="7301323" imgH="31217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300912" cy="312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0" y="51054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Note: you can pass information via an anchor by encoding the </a:t>
            </a:r>
            <a:r>
              <a:rPr lang="en-US" sz="1800" dirty="0" err="1" smtClean="0"/>
              <a:t>url</a:t>
            </a:r>
            <a:r>
              <a:rPr lang="en-US" sz="1800" dirty="0" smtClean="0"/>
              <a:t> with get notation:</a:t>
            </a:r>
          </a:p>
          <a:p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http://www.site.com?name=john&amp;id=5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81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202123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217934"/>
              </p:ext>
            </p:extLst>
          </p:nvPr>
        </p:nvGraphicFramePr>
        <p:xfrm>
          <a:off x="914400" y="1143000"/>
          <a:ext cx="7377498" cy="337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Document" r:id="rId5" imgW="7377498" imgH="3378139" progId="Word.Document.12">
                  <p:embed/>
                </p:oleObj>
              </mc:Choice>
              <mc:Fallback>
                <p:oleObj name="Document" r:id="rId5" imgW="7377498" imgH="33781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77498" cy="3378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92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72283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689972"/>
              </p:ext>
            </p:extLst>
          </p:nvPr>
        </p:nvGraphicFramePr>
        <p:xfrm>
          <a:off x="992188" y="1123950"/>
          <a:ext cx="7301323" cy="2233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Document" r:id="rId5" imgW="7301323" imgH="2233849" progId="Word.Document.12">
                  <p:embed/>
                </p:oleObj>
              </mc:Choice>
              <mc:Fallback>
                <p:oleObj name="Document" r:id="rId5" imgW="7301323" imgH="2233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2188" y="1123950"/>
                        <a:ext cx="7301323" cy="2233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72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 smtClean="0"/>
          </a:p>
          <a:p>
            <a:pPr algn="r">
              <a:defRPr/>
            </a:pPr>
            <a:r>
              <a:rPr lang="en-US" sz="900" dirty="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716106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8" name="Document" r:id="rId4" imgW="7301323" imgH="426678" progId="Word.Document.12">
                  <p:embed/>
                </p:oleObj>
              </mc:Choice>
              <mc:Fallback>
                <p:oleObj name="Document" r:id="rId4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457443"/>
              </p:ext>
            </p:extLst>
          </p:nvPr>
        </p:nvGraphicFramePr>
        <p:xfrm>
          <a:off x="914400" y="1086210"/>
          <a:ext cx="7301323" cy="81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9" name="Document" r:id="rId6" imgW="7301323" imgH="818790" progId="Word.Document.12">
                  <p:embed/>
                </p:oleObj>
              </mc:Choice>
              <mc:Fallback>
                <p:oleObj name="Document" r:id="rId6" imgW="7301323" imgH="8187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086210"/>
                        <a:ext cx="7301323" cy="81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797" y="1828801"/>
            <a:ext cx="2075003" cy="1912002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597625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463305"/>
              </p:ext>
            </p:extLst>
          </p:nvPr>
        </p:nvGraphicFramePr>
        <p:xfrm>
          <a:off x="914400" y="1085850"/>
          <a:ext cx="7362825" cy="394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Document" r:id="rId5" imgW="7377498" imgH="3962886" progId="Word.Document.12">
                  <p:embed/>
                </p:oleObj>
              </mc:Choice>
              <mc:Fallback>
                <p:oleObj name="Document" r:id="rId5" imgW="7377498" imgH="39628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5850"/>
                        <a:ext cx="7362825" cy="394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938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89797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224265"/>
              </p:ext>
            </p:extLst>
          </p:nvPr>
        </p:nvGraphicFramePr>
        <p:xfrm>
          <a:off x="914400" y="1092200"/>
          <a:ext cx="7300912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Document" r:id="rId5" imgW="7301323" imgH="1270313" progId="Word.Document.12">
                  <p:embed/>
                </p:oleObj>
              </mc:Choice>
              <mc:Fallback>
                <p:oleObj name="Document" r:id="rId5" imgW="7301323" imgH="12703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2200"/>
                        <a:ext cx="7300912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319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785695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247043"/>
              </p:ext>
            </p:extLst>
          </p:nvPr>
        </p:nvGraphicFramePr>
        <p:xfrm>
          <a:off x="914400" y="1145554"/>
          <a:ext cx="7301323" cy="2435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Document" r:id="rId5" imgW="7301323" imgH="2435846" progId="Word.Document.12">
                  <p:embed/>
                </p:oleObj>
              </mc:Choice>
              <mc:Fallback>
                <p:oleObj name="Document" r:id="rId5" imgW="7301323" imgH="24358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5554"/>
                        <a:ext cx="7301323" cy="2435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813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714717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296272"/>
              </p:ext>
            </p:extLst>
          </p:nvPr>
        </p:nvGraphicFramePr>
        <p:xfrm>
          <a:off x="914400" y="1143000"/>
          <a:ext cx="7300912" cy="348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" name="Document" r:id="rId5" imgW="7301323" imgH="3486879" progId="Word.Document.12">
                  <p:embed/>
                </p:oleObj>
              </mc:Choice>
              <mc:Fallback>
                <p:oleObj name="Document" r:id="rId5" imgW="7301323" imgH="34868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0912" cy="348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355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60468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46175"/>
            <a:ext cx="4718050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5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864725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089068"/>
              </p:ext>
            </p:extLst>
          </p:nvPr>
        </p:nvGraphicFramePr>
        <p:xfrm>
          <a:off x="914400" y="1150938"/>
          <a:ext cx="7837487" cy="395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Document" r:id="rId5" imgW="7853928" imgH="3966126" progId="Word.Document.12">
                  <p:embed/>
                </p:oleObj>
              </mc:Choice>
              <mc:Fallback>
                <p:oleObj name="Document" r:id="rId5" imgW="7853928" imgH="39661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50938"/>
                        <a:ext cx="7837487" cy="3954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144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789522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847933"/>
              </p:ext>
            </p:extLst>
          </p:nvPr>
        </p:nvGraphicFramePr>
        <p:xfrm>
          <a:off x="914400" y="1143000"/>
          <a:ext cx="7301323" cy="106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7" name="Document" r:id="rId5" imgW="7301323" imgH="1065435" progId="Word.Document.12">
                  <p:embed/>
                </p:oleObj>
              </mc:Choice>
              <mc:Fallback>
                <p:oleObj name="Document" r:id="rId5" imgW="7301323" imgH="10654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065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128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717813"/>
              </p:ext>
            </p:extLst>
          </p:nvPr>
        </p:nvGraphicFramePr>
        <p:xfrm>
          <a:off x="914400" y="685800"/>
          <a:ext cx="72929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6" name="Document" r:id="rId3" imgW="7301323" imgH="607071" progId="Word.Document.12">
                  <p:embed/>
                </p:oleObj>
              </mc:Choice>
              <mc:Fallback>
                <p:oleObj name="Document" r:id="rId3" imgW="7301323" imgH="6070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0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027570"/>
              </p:ext>
            </p:extLst>
          </p:nvPr>
        </p:nvGraphicFramePr>
        <p:xfrm>
          <a:off x="914400" y="1081088"/>
          <a:ext cx="7292975" cy="478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Document" r:id="rId5" imgW="7301323" imgH="4798599" progId="Word.Document.12">
                  <p:embed/>
                </p:oleObj>
              </mc:Choice>
              <mc:Fallback>
                <p:oleObj name="Document" r:id="rId5" imgW="7301323" imgH="47985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1088"/>
                        <a:ext cx="7292975" cy="478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194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125956"/>
              </p:ext>
            </p:extLst>
          </p:nvPr>
        </p:nvGraphicFramePr>
        <p:xfrm>
          <a:off x="914400" y="685800"/>
          <a:ext cx="72929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0" name="Document" r:id="rId3" imgW="7301323" imgH="452243" progId="Word.Document.12">
                  <p:embed/>
                </p:oleObj>
              </mc:Choice>
              <mc:Fallback>
                <p:oleObj name="Document" r:id="rId3" imgW="7301323" imgH="4522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868725"/>
              </p:ext>
            </p:extLst>
          </p:nvPr>
        </p:nvGraphicFramePr>
        <p:xfrm>
          <a:off x="914400" y="1126228"/>
          <a:ext cx="7301323" cy="1159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Document" r:id="rId5" imgW="7301323" imgH="1159772" progId="Word.Document.12">
                  <p:embed/>
                </p:oleObj>
              </mc:Choice>
              <mc:Fallback>
                <p:oleObj name="Document" r:id="rId5" imgW="7301323" imgH="11597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6228"/>
                        <a:ext cx="7301323" cy="1159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151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442877"/>
              </p:ext>
            </p:extLst>
          </p:nvPr>
        </p:nvGraphicFramePr>
        <p:xfrm>
          <a:off x="914400" y="685800"/>
          <a:ext cx="72929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4" name="Document" r:id="rId3" imgW="7301323" imgH="547660" progId="Word.Document.12">
                  <p:embed/>
                </p:oleObj>
              </mc:Choice>
              <mc:Fallback>
                <p:oleObj name="Document" r:id="rId3" imgW="7301323" imgH="5476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745161"/>
              </p:ext>
            </p:extLst>
          </p:nvPr>
        </p:nvGraphicFramePr>
        <p:xfrm>
          <a:off x="914400" y="1112837"/>
          <a:ext cx="7300912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5" name="Document" r:id="rId5" imgW="7301323" imgH="1859380" progId="Word.Document.12">
                  <p:embed/>
                </p:oleObj>
              </mc:Choice>
              <mc:Fallback>
                <p:oleObj name="Document" r:id="rId5" imgW="7301323" imgH="18593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12837"/>
                        <a:ext cx="7300912" cy="1858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3387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479545"/>
              </p:ext>
            </p:extLst>
          </p:nvPr>
        </p:nvGraphicFramePr>
        <p:xfrm>
          <a:off x="914400" y="685800"/>
          <a:ext cx="72929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Document" r:id="rId3" imgW="7301323" imgH="499772" progId="Word.Document.12">
                  <p:embed/>
                </p:oleObj>
              </mc:Choice>
              <mc:Fallback>
                <p:oleObj name="Document" r:id="rId3" imgW="7301323" imgH="4997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51767"/>
              </p:ext>
            </p:extLst>
          </p:nvPr>
        </p:nvGraphicFramePr>
        <p:xfrm>
          <a:off x="914400" y="1123950"/>
          <a:ext cx="7270750" cy="289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9" name="Document" r:id="rId5" imgW="7301323" imgH="2913654" progId="Word.Document.12">
                  <p:embed/>
                </p:oleObj>
              </mc:Choice>
              <mc:Fallback>
                <p:oleObj name="Document" r:id="rId5" imgW="7301323" imgH="2913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3950"/>
                        <a:ext cx="7270750" cy="289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712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839281"/>
              </p:ext>
            </p:extLst>
          </p:nvPr>
        </p:nvGraphicFramePr>
        <p:xfrm>
          <a:off x="914400" y="685800"/>
          <a:ext cx="729297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2" name="Document" r:id="rId3" imgW="7301323" imgH="952374" progId="Word.Document.12">
                  <p:embed/>
                </p:oleObj>
              </mc:Choice>
              <mc:Fallback>
                <p:oleObj name="Document" r:id="rId3" imgW="7301323" imgH="9523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950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567866"/>
              </p:ext>
            </p:extLst>
          </p:nvPr>
        </p:nvGraphicFramePr>
        <p:xfrm>
          <a:off x="914400" y="1123950"/>
          <a:ext cx="7300912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3" name="Document" r:id="rId5" imgW="7301323" imgH="2076860" progId="Word.Document.12">
                  <p:embed/>
                </p:oleObj>
              </mc:Choice>
              <mc:Fallback>
                <p:oleObj name="Document" r:id="rId5" imgW="7301323" imgH="20768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3950"/>
                        <a:ext cx="7300912" cy="207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358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745286"/>
              </p:ext>
            </p:extLst>
          </p:nvPr>
        </p:nvGraphicFramePr>
        <p:xfrm>
          <a:off x="914400" y="685800"/>
          <a:ext cx="72929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Document" r:id="rId3" imgW="7301323" imgH="440001" progId="Word.Document.12">
                  <p:embed/>
                </p:oleObj>
              </mc:Choice>
              <mc:Fallback>
                <p:oleObj name="Document" r:id="rId3" imgW="7301323" imgH="4400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963511"/>
              </p:ext>
            </p:extLst>
          </p:nvPr>
        </p:nvGraphicFramePr>
        <p:xfrm>
          <a:off x="914400" y="1136650"/>
          <a:ext cx="7300912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7" name="Document" r:id="rId5" imgW="7301323" imgH="3512083" progId="Word.Document.12">
                  <p:embed/>
                </p:oleObj>
              </mc:Choice>
              <mc:Fallback>
                <p:oleObj name="Document" r:id="rId5" imgW="7301323" imgH="35120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36650"/>
                        <a:ext cx="7300912" cy="351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085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956921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1-12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264920" y="1143000"/>
            <a:ext cx="4754880" cy="184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9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46203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630875"/>
              </p:ext>
            </p:extLst>
          </p:nvPr>
        </p:nvGraphicFramePr>
        <p:xfrm>
          <a:off x="914400" y="1146175"/>
          <a:ext cx="7270750" cy="289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5" name="Document" r:id="rId5" imgW="7301323" imgH="2913654" progId="Word.Document.12">
                  <p:embed/>
                </p:oleObj>
              </mc:Choice>
              <mc:Fallback>
                <p:oleObj name="Document" r:id="rId5" imgW="7301323" imgH="2913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270750" cy="289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791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80305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919036"/>
              </p:ext>
            </p:extLst>
          </p:nvPr>
        </p:nvGraphicFramePr>
        <p:xfrm>
          <a:off x="914400" y="1139825"/>
          <a:ext cx="7300912" cy="388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Document" r:id="rId5" imgW="7301323" imgH="3890152" progId="Word.Document.12">
                  <p:embed/>
                </p:oleObj>
              </mc:Choice>
              <mc:Fallback>
                <p:oleObj name="Document" r:id="rId5" imgW="7301323" imgH="38901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39825"/>
                        <a:ext cx="7300912" cy="388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530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32127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039323"/>
              </p:ext>
            </p:extLst>
          </p:nvPr>
        </p:nvGraphicFramePr>
        <p:xfrm>
          <a:off x="914400" y="1090612"/>
          <a:ext cx="7300912" cy="409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3" name="Document" r:id="rId5" imgW="7301323" imgH="4091789" progId="Word.Document.12">
                  <p:embed/>
                </p:oleObj>
              </mc:Choice>
              <mc:Fallback>
                <p:oleObj name="Document" r:id="rId5" imgW="7301323" imgH="40917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0612"/>
                        <a:ext cx="7300912" cy="4090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623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626867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220611"/>
              </p:ext>
            </p:extLst>
          </p:nvPr>
        </p:nvGraphicFramePr>
        <p:xfrm>
          <a:off x="914400" y="1144588"/>
          <a:ext cx="7292975" cy="403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Document" r:id="rId5" imgW="7301323" imgH="4053622" progId="Word.Document.12">
                  <p:embed/>
                </p:oleObj>
              </mc:Choice>
              <mc:Fallback>
                <p:oleObj name="Document" r:id="rId5" imgW="7301323" imgH="40536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4588"/>
                        <a:ext cx="7292975" cy="4037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06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675479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909272"/>
              </p:ext>
            </p:extLst>
          </p:nvPr>
        </p:nvGraphicFramePr>
        <p:xfrm>
          <a:off x="914400" y="1133412"/>
          <a:ext cx="7377498" cy="320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1" name="Document" r:id="rId5" imgW="7377498" imgH="3209988" progId="Word.Document.12">
                  <p:embed/>
                </p:oleObj>
              </mc:Choice>
              <mc:Fallback>
                <p:oleObj name="Document" r:id="rId5" imgW="7377498" imgH="32099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33412"/>
                        <a:ext cx="7377498" cy="320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52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5700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253724"/>
              </p:ext>
            </p:extLst>
          </p:nvPr>
        </p:nvGraphicFramePr>
        <p:xfrm>
          <a:off x="914400" y="1143000"/>
          <a:ext cx="7301323" cy="3383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Document" r:id="rId5" imgW="7301323" imgH="3383180" progId="Word.Document.12">
                  <p:embed/>
                </p:oleObj>
              </mc:Choice>
              <mc:Fallback>
                <p:oleObj name="Document" r:id="rId5" imgW="7301323" imgH="33831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383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81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847636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1066800"/>
            <a:ext cx="3611880" cy="92329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049214"/>
              </p:ext>
            </p:extLst>
          </p:nvPr>
        </p:nvGraphicFramePr>
        <p:xfrm>
          <a:off x="914400" y="2202247"/>
          <a:ext cx="7301323" cy="617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9" name="Document" r:id="rId6" imgW="7301323" imgH="617153" progId="Word.Document.12">
                  <p:embed/>
                </p:oleObj>
              </mc:Choice>
              <mc:Fallback>
                <p:oleObj name="Document" r:id="rId6" imgW="7301323" imgH="6171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2202247"/>
                        <a:ext cx="7301323" cy="617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070" y="2743200"/>
            <a:ext cx="375793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624216"/>
              </p:ext>
            </p:extLst>
          </p:nvPr>
        </p:nvGraphicFramePr>
        <p:xfrm>
          <a:off x="914400" y="685800"/>
          <a:ext cx="729138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5" name="Document" r:id="rId3" imgW="7301323" imgH="678724" progId="Word.Document.12">
                  <p:embed/>
                </p:oleObj>
              </mc:Choice>
              <mc:Fallback>
                <p:oleObj name="Document" r:id="rId3" imgW="7301323" imgH="6787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1388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94354"/>
              </p:ext>
            </p:extLst>
          </p:nvPr>
        </p:nvGraphicFramePr>
        <p:xfrm>
          <a:off x="914400" y="1143000"/>
          <a:ext cx="7301323" cy="202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6" name="Document" r:id="rId5" imgW="7301323" imgH="2027531" progId="Word.Document.12">
                  <p:embed/>
                </p:oleObj>
              </mc:Choice>
              <mc:Fallback>
                <p:oleObj name="Document" r:id="rId5" imgW="7301323" imgH="20275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2027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50" y="3185160"/>
            <a:ext cx="3803650" cy="777240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969306"/>
              </p:ext>
            </p:extLst>
          </p:nvPr>
        </p:nvGraphicFramePr>
        <p:xfrm>
          <a:off x="914400" y="4119563"/>
          <a:ext cx="7270750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7" name="Document" r:id="rId8" imgW="7301323" imgH="1295877" progId="Word.Document.12">
                  <p:embed/>
                </p:oleObj>
              </mc:Choice>
              <mc:Fallback>
                <p:oleObj name="Document" r:id="rId8" imgW="7301323" imgH="1295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4400" y="4119563"/>
                        <a:ext cx="7270750" cy="1277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576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554605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531064"/>
              </p:ext>
            </p:extLst>
          </p:nvPr>
        </p:nvGraphicFramePr>
        <p:xfrm>
          <a:off x="914400" y="1143000"/>
          <a:ext cx="7377498" cy="4119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name="Document" r:id="rId5" imgW="7377498" imgH="4119154" progId="Word.Document.12">
                  <p:embed/>
                </p:oleObj>
              </mc:Choice>
              <mc:Fallback>
                <p:oleObj name="Document" r:id="rId5" imgW="7377498" imgH="41191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77498" cy="4119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972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82603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4303"/>
              </p:ext>
            </p:extLst>
          </p:nvPr>
        </p:nvGraphicFramePr>
        <p:xfrm>
          <a:off x="914400" y="1087181"/>
          <a:ext cx="7377498" cy="2722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1" name="Document" r:id="rId5" imgW="7377498" imgH="2722819" progId="Word.Document.12">
                  <p:embed/>
                </p:oleObj>
              </mc:Choice>
              <mc:Fallback>
                <p:oleObj name="Document" r:id="rId5" imgW="7377498" imgH="27228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7181"/>
                        <a:ext cx="7377498" cy="2722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22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72993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346093"/>
              </p:ext>
            </p:extLst>
          </p:nvPr>
        </p:nvGraphicFramePr>
        <p:xfrm>
          <a:off x="914400" y="1143000"/>
          <a:ext cx="7301323" cy="142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5" name="Document" r:id="rId5" imgW="7301323" imgH="1422981" progId="Word.Document.12">
                  <p:embed/>
                </p:oleObj>
              </mc:Choice>
              <mc:Fallback>
                <p:oleObj name="Document" r:id="rId5" imgW="7301323" imgH="14229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422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590800"/>
            <a:ext cx="3035300" cy="886460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708549"/>
              </p:ext>
            </p:extLst>
          </p:nvPr>
        </p:nvGraphicFramePr>
        <p:xfrm>
          <a:off x="914400" y="3650047"/>
          <a:ext cx="7301323" cy="617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6" name="Document" r:id="rId8" imgW="7301323" imgH="617153" progId="Word.Document.12">
                  <p:embed/>
                </p:oleObj>
              </mc:Choice>
              <mc:Fallback>
                <p:oleObj name="Document" r:id="rId8" imgW="7301323" imgH="6171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4400" y="3650047"/>
                        <a:ext cx="7301323" cy="617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10" y="4267200"/>
            <a:ext cx="2980690" cy="1179195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781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29763"/>
              </p:ext>
            </p:extLst>
          </p:nvPr>
        </p:nvGraphicFramePr>
        <p:xfrm>
          <a:off x="914400" y="685800"/>
          <a:ext cx="72929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8" name="Document" r:id="rId3" imgW="7301323" imgH="487889" progId="Word.Document.12">
                  <p:embed/>
                </p:oleObj>
              </mc:Choice>
              <mc:Fallback>
                <p:oleObj name="Document" r:id="rId3" imgW="7301323" imgH="4878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602543"/>
              </p:ext>
            </p:extLst>
          </p:nvPr>
        </p:nvGraphicFramePr>
        <p:xfrm>
          <a:off x="914400" y="1111833"/>
          <a:ext cx="7377498" cy="5060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9" name="Document" r:id="rId5" imgW="7377498" imgH="5060367" progId="Word.Document.12">
                  <p:embed/>
                </p:oleObj>
              </mc:Choice>
              <mc:Fallback>
                <p:oleObj name="Document" r:id="rId5" imgW="7377498" imgH="50603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11833"/>
                        <a:ext cx="7377498" cy="5060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941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490619"/>
              </p:ext>
            </p:extLst>
          </p:nvPr>
        </p:nvGraphicFramePr>
        <p:xfrm>
          <a:off x="914400" y="685800"/>
          <a:ext cx="72929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3" name="Document" r:id="rId3" imgW="7301323" imgH="583307" progId="Word.Document.12">
                  <p:embed/>
                </p:oleObj>
              </mc:Choice>
              <mc:Fallback>
                <p:oleObj name="Document" r:id="rId3" imgW="7301323" imgH="5833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82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487529"/>
              </p:ext>
            </p:extLst>
          </p:nvPr>
        </p:nvGraphicFramePr>
        <p:xfrm>
          <a:off x="914400" y="1146175"/>
          <a:ext cx="7270750" cy="308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4" name="Document" r:id="rId5" imgW="7301323" imgH="3102688" progId="Word.Document.12">
                  <p:embed/>
                </p:oleObj>
              </mc:Choice>
              <mc:Fallback>
                <p:oleObj name="Document" r:id="rId5" imgW="7301323" imgH="31026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270750" cy="308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704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426444"/>
              </p:ext>
            </p:extLst>
          </p:nvPr>
        </p:nvGraphicFramePr>
        <p:xfrm>
          <a:off x="914400" y="685800"/>
          <a:ext cx="72929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6" name="Document" r:id="rId3" imgW="7301323" imgH="428478" progId="Word.Document.12">
                  <p:embed/>
                </p:oleObj>
              </mc:Choice>
              <mc:Fallback>
                <p:oleObj name="Document" r:id="rId3" imgW="7301323" imgH="4284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706442"/>
              </p:ext>
            </p:extLst>
          </p:nvPr>
        </p:nvGraphicFramePr>
        <p:xfrm>
          <a:off x="914400" y="1140496"/>
          <a:ext cx="7301323" cy="1221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7" name="Document" r:id="rId5" imgW="7301323" imgH="1221704" progId="Word.Document.12">
                  <p:embed/>
                </p:oleObj>
              </mc:Choice>
              <mc:Fallback>
                <p:oleObj name="Document" r:id="rId5" imgW="7301323" imgH="12217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0496"/>
                        <a:ext cx="7301323" cy="1221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340" y="2362200"/>
            <a:ext cx="2486660" cy="51181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942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86458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97535"/>
              </p:ext>
            </p:extLst>
          </p:nvPr>
        </p:nvGraphicFramePr>
        <p:xfrm>
          <a:off x="914400" y="1143000"/>
          <a:ext cx="7301323" cy="1825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1" name="Document" r:id="rId5" imgW="7301323" imgH="1825894" progId="Word.Document.12">
                  <p:embed/>
                </p:oleObj>
              </mc:Choice>
              <mc:Fallback>
                <p:oleObj name="Document" r:id="rId5" imgW="7301323" imgH="18258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1825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014980"/>
            <a:ext cx="1755140" cy="79502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206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408982"/>
              </p:ext>
            </p:extLst>
          </p:nvPr>
        </p:nvGraphicFramePr>
        <p:xfrm>
          <a:off x="914400" y="685800"/>
          <a:ext cx="72929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2" name="Document" r:id="rId3" imgW="7301323" imgH="559182" progId="Word.Document.12">
                  <p:embed/>
                </p:oleObj>
              </mc:Choice>
              <mc:Fallback>
                <p:oleObj name="Document" r:id="rId3" imgW="7301323" imgH="5591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763639"/>
              </p:ext>
            </p:extLst>
          </p:nvPr>
        </p:nvGraphicFramePr>
        <p:xfrm>
          <a:off x="914400" y="1146175"/>
          <a:ext cx="7270750" cy="240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3" name="Document" r:id="rId5" imgW="7301323" imgH="2422884" progId="Word.Document.12">
                  <p:embed/>
                </p:oleObj>
              </mc:Choice>
              <mc:Fallback>
                <p:oleObj name="Document" r:id="rId5" imgW="7301323" imgH="24228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270750" cy="240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534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386069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050039"/>
              </p:ext>
            </p:extLst>
          </p:nvPr>
        </p:nvGraphicFramePr>
        <p:xfrm>
          <a:off x="914400" y="1143000"/>
          <a:ext cx="7300912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7" name="Document" r:id="rId5" imgW="7301323" imgH="2680331" progId="Word.Document.12">
                  <p:embed/>
                </p:oleObj>
              </mc:Choice>
              <mc:Fallback>
                <p:oleObj name="Document" r:id="rId5" imgW="7301323" imgH="26803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0912" cy="267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878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485186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1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75" y="1143000"/>
            <a:ext cx="3641725" cy="2728595"/>
          </a:xfrm>
          <a:prstGeom prst="rect">
            <a:avLst/>
          </a:prstGeom>
          <a:effectLst>
            <a:outerShdw blurRad="50800" dist="88900" dir="2700000" algn="tl" rotWithShape="0">
              <a:prstClr val="black">
                <a:alpha val="4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629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86455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998952"/>
              </p:ext>
            </p:extLst>
          </p:nvPr>
        </p:nvGraphicFramePr>
        <p:xfrm>
          <a:off x="914400" y="1143000"/>
          <a:ext cx="72802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5" name="Document" r:id="rId5" imgW="7305951" imgH="2430445" progId="Word.Document.12">
                  <p:embed/>
                </p:oleObj>
              </mc:Choice>
              <mc:Fallback>
                <p:oleObj name="Document" r:id="rId5" imgW="7305951" imgH="24304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80275" cy="242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450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392923"/>
              </p:ext>
            </p:extLst>
          </p:nvPr>
        </p:nvGraphicFramePr>
        <p:xfrm>
          <a:off x="914400" y="685800"/>
          <a:ext cx="72929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8" name="Document" r:id="rId3" imgW="7301323" imgH="487889" progId="Word.Document.12">
                  <p:embed/>
                </p:oleObj>
              </mc:Choice>
              <mc:Fallback>
                <p:oleObj name="Document" r:id="rId3" imgW="7301323" imgH="4878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634677"/>
              </p:ext>
            </p:extLst>
          </p:nvPr>
        </p:nvGraphicFramePr>
        <p:xfrm>
          <a:off x="914400" y="1146175"/>
          <a:ext cx="72707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9" name="Document" r:id="rId5" imgW="7301323" imgH="2037253" progId="Word.Document.12">
                  <p:embed/>
                </p:oleObj>
              </mc:Choice>
              <mc:Fallback>
                <p:oleObj name="Document" r:id="rId5" imgW="7301323" imgH="2037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270750" cy="201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763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01751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566318"/>
              </p:ext>
            </p:extLst>
          </p:nvPr>
        </p:nvGraphicFramePr>
        <p:xfrm>
          <a:off x="914400" y="1145906"/>
          <a:ext cx="7301323" cy="1825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3" name="Document" r:id="rId5" imgW="7301323" imgH="1825894" progId="Word.Document.12">
                  <p:embed/>
                </p:oleObj>
              </mc:Choice>
              <mc:Fallback>
                <p:oleObj name="Document" r:id="rId5" imgW="7301323" imgH="18258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5906"/>
                        <a:ext cx="7301323" cy="1825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M:\Current projects\Java servlets and JSP\Manuscript\Chapter 04\4-17a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045460"/>
            <a:ext cx="2359025" cy="1526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712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227050"/>
              </p:ext>
            </p:extLst>
          </p:nvPr>
        </p:nvGraphicFramePr>
        <p:xfrm>
          <a:off x="914400" y="685800"/>
          <a:ext cx="72929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6" name="Document" r:id="rId3" imgW="7301323" imgH="487889" progId="Word.Document.12">
                  <p:embed/>
                </p:oleObj>
              </mc:Choice>
              <mc:Fallback>
                <p:oleObj name="Document" r:id="rId3" imgW="7301323" imgH="4878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315048"/>
              </p:ext>
            </p:extLst>
          </p:nvPr>
        </p:nvGraphicFramePr>
        <p:xfrm>
          <a:off x="914400" y="1143000"/>
          <a:ext cx="72929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7" name="Document" r:id="rId5" imgW="7301323" imgH="916728" progId="Word.Document.12">
                  <p:embed/>
                </p:oleObj>
              </mc:Choice>
              <mc:Fallback>
                <p:oleObj name="Document" r:id="rId5" imgW="7301323" imgH="9167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92975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M:\Current projects\Java servlets and JSP\Manuscript\Chapter 04\4-17b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70" y="1965960"/>
            <a:ext cx="2614930" cy="1463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938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650813"/>
              </p:ext>
            </p:extLst>
          </p:nvPr>
        </p:nvGraphicFramePr>
        <p:xfrm>
          <a:off x="914400" y="685800"/>
          <a:ext cx="72929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0" name="Document" r:id="rId3" imgW="7301323" imgH="476007" progId="Word.Document.12">
                  <p:embed/>
                </p:oleObj>
              </mc:Choice>
              <mc:Fallback>
                <p:oleObj name="Document" r:id="rId3" imgW="7301323" imgH="4760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7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829000"/>
              </p:ext>
            </p:extLst>
          </p:nvPr>
        </p:nvGraphicFramePr>
        <p:xfrm>
          <a:off x="914400" y="1066800"/>
          <a:ext cx="7377498" cy="3596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1" name="Document" r:id="rId5" imgW="7377498" imgH="3596339" progId="Word.Document.12">
                  <p:embed/>
                </p:oleObj>
              </mc:Choice>
              <mc:Fallback>
                <p:oleObj name="Document" r:id="rId5" imgW="7377498" imgH="35963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77498" cy="3596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30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Murach's Java Servlets/JSP (3rd Ed.), C4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2014, Mike Murach &amp; Associates,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 algn="r">
              <a:defRPr/>
            </a:pPr>
            <a:r>
              <a:rPr lang="en-US" sz="900" smtClean="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848089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289181"/>
              </p:ext>
            </p:extLst>
          </p:nvPr>
        </p:nvGraphicFramePr>
        <p:xfrm>
          <a:off x="914400" y="1100814"/>
          <a:ext cx="7301323" cy="2328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1" name="Document" r:id="rId5" imgW="7301323" imgH="2329267" progId="Word.Document.12">
                  <p:embed/>
                </p:oleObj>
              </mc:Choice>
              <mc:Fallback>
                <p:oleObj name="Document" r:id="rId5" imgW="7301323" imgH="23292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00814"/>
                        <a:ext cx="7301323" cy="23281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895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 with title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6194</TotalTime>
  <Words>1344</Words>
  <Application>Microsoft Office PowerPoint</Application>
  <PresentationFormat>On-screen Show (4:3)</PresentationFormat>
  <Paragraphs>268</Paragraphs>
  <Slides>66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Arial Narrow</vt:lpstr>
      <vt:lpstr>Courier New</vt:lpstr>
      <vt:lpstr>Times New Roman</vt:lpstr>
      <vt:lpstr>Slide with title</vt:lpstr>
      <vt:lpstr>Microsoft Word Document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Mike Murach &amp; Associates,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>Microsoft account</cp:lastModifiedBy>
  <cp:revision>56</cp:revision>
  <dcterms:created xsi:type="dcterms:W3CDTF">2010-11-30T18:46:51Z</dcterms:created>
  <dcterms:modified xsi:type="dcterms:W3CDTF">2023-09-16T03:29:08Z</dcterms:modified>
</cp:coreProperties>
</file>