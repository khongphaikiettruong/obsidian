
<file path=[Content_Types].xml><?xml version="1.0" encoding="utf-8"?>
<Types xmlns="http://schemas.openxmlformats.org/package/2006/content-types">
  <Default Extension="xml" ContentType="application/xml"/>
  <Default Extension="emf" ContentType="image/x-emf"/>
  <Default Extension="docx" ContentType="application/vnd.openxmlformats-officedocument.wordprocessingml.document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14.xml" ContentType="application/vnd.openxmlformats-officedocument.presentationml.notesSlide+xml"/>
  <Override PartName="/ppt/slides/slide5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3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 strictFirstAndLastChars="0">
  <p:sldMasterIdLst>
    <p:sldMasterId id="2147483648" r:id="rId1"/>
  </p:sldMasterIdLst>
  <p:notesMasterIdLst>
    <p:notesMasterId r:id="rId2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9144000" cy="6858000" type="screen4x3"/>
  <p:notesSz cx="6858000" cy="9144000"/>
  <p:defaultTextStyle>
    <a:defPPr>
      <a:defRPr lang="en-US"/>
    </a:defPPr>
    <a:lvl1pPr algn="l" rtl="0">
      <a:spcBef>
        <a:spcPts val="0"/>
      </a:spcBef>
      <a:spcAft>
        <a:spcPts val="0"/>
      </a:spcAft>
      <a:defRPr sz="2400">
        <a:solidFill>
          <a:schemeClr val="tx1"/>
        </a:solidFill>
        <a:latin typeface="Times New Roman"/>
        <a:ea typeface="+mn-ea"/>
        <a:cs typeface="+mn-cs"/>
      </a:defRPr>
    </a:lvl1pPr>
    <a:lvl2pPr marL="457200" algn="l" rtl="0">
      <a:spcBef>
        <a:spcPts val="0"/>
      </a:spcBef>
      <a:spcAft>
        <a:spcPts val="0"/>
      </a:spcAft>
      <a:defRPr sz="2400">
        <a:solidFill>
          <a:schemeClr val="tx1"/>
        </a:solidFill>
        <a:latin typeface="Times New Roman"/>
        <a:ea typeface="+mn-ea"/>
        <a:cs typeface="+mn-cs"/>
      </a:defRPr>
    </a:lvl2pPr>
    <a:lvl3pPr marL="914400" algn="l" rtl="0">
      <a:spcBef>
        <a:spcPts val="0"/>
      </a:spcBef>
      <a:spcAft>
        <a:spcPts val="0"/>
      </a:spcAft>
      <a:defRPr sz="2400">
        <a:solidFill>
          <a:schemeClr val="tx1"/>
        </a:solidFill>
        <a:latin typeface="Times New Roman"/>
        <a:ea typeface="+mn-ea"/>
        <a:cs typeface="+mn-cs"/>
      </a:defRPr>
    </a:lvl3pPr>
    <a:lvl4pPr marL="1371600" algn="l" rtl="0">
      <a:spcBef>
        <a:spcPts val="0"/>
      </a:spcBef>
      <a:spcAft>
        <a:spcPts val="0"/>
      </a:spcAft>
      <a:defRPr sz="2400">
        <a:solidFill>
          <a:schemeClr val="tx1"/>
        </a:solidFill>
        <a:latin typeface="Times New Roman"/>
        <a:ea typeface="+mn-ea"/>
        <a:cs typeface="+mn-cs"/>
      </a:defRPr>
    </a:lvl4pPr>
    <a:lvl5pPr marL="1828800" algn="l" rtl="0">
      <a:spcBef>
        <a:spcPts val="0"/>
      </a:spcBef>
      <a:spcAft>
        <a:spcPts val="0"/>
      </a:spcAft>
      <a:defRPr sz="2400">
        <a:solidFill>
          <a:schemeClr val="tx1"/>
        </a:solidFill>
        <a:latin typeface="Times New Roman"/>
        <a:ea typeface="+mn-ea"/>
        <a:cs typeface="+mn-cs"/>
      </a:defRPr>
    </a:lvl5pPr>
    <a:lvl6pPr marL="2286000" algn="l" defTabSz="914400" rtl="0">
      <a:defRPr sz="2400">
        <a:solidFill>
          <a:schemeClr val="tx1"/>
        </a:solidFill>
        <a:latin typeface="Times New Roman"/>
        <a:ea typeface="+mn-ea"/>
        <a:cs typeface="+mn-cs"/>
      </a:defRPr>
    </a:lvl6pPr>
    <a:lvl7pPr marL="2743200" algn="l" defTabSz="914400" rtl="0">
      <a:defRPr sz="2400">
        <a:solidFill>
          <a:schemeClr val="tx1"/>
        </a:solidFill>
        <a:latin typeface="Times New Roman"/>
        <a:ea typeface="+mn-ea"/>
        <a:cs typeface="+mn-cs"/>
      </a:defRPr>
    </a:lvl7pPr>
    <a:lvl8pPr marL="3200400" algn="l" defTabSz="914400" rtl="0">
      <a:defRPr sz="2400">
        <a:solidFill>
          <a:schemeClr val="tx1"/>
        </a:solidFill>
        <a:latin typeface="Times New Roman"/>
        <a:ea typeface="+mn-ea"/>
        <a:cs typeface="+mn-cs"/>
      </a:defRPr>
    </a:lvl8pPr>
    <a:lvl9pPr marL="3657600" algn="l" defTabSz="914400" rtl="0">
      <a:defRPr sz="2400">
        <a:solidFill>
          <a:schemeClr val="tx1"/>
        </a:solidFill>
        <a:latin typeface="Times New Roman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86" d="100"/>
          <a:sy n="86" d="100"/>
        </p:scale>
        <p:origin x="-84" y="-288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 /><Relationship Id="rId26" Type="http://schemas.openxmlformats.org/officeDocument/2006/relationships/tableStyles" Target="tableStyles.xml" /><Relationship Id="rId2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9100813" name="Rectangle 2"/>
          <p:cNvSpPr>
            <a:spLocks noChangeArrowheads="1" noGrp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>
            <a:lvl1pPr>
              <a:defRPr sz="1200">
                <a:latin typeface="Times New Roman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37856454" name="Rectangle 3"/>
          <p:cNvSpPr>
            <a:spLocks noChangeArrowheads="1" noGrp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>
            <a:lvl1pPr algn="r">
              <a:defRPr sz="1200">
                <a:latin typeface="Times New Roman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97032891" name="Rectangle 4"/>
          <p:cNvSpPr>
            <a:spLocks noChangeArrowheads="1" noChangeAspect="1" noGrp="1" noRot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51709048" name="Rectangle 5"/>
          <p:cNvSpPr>
            <a:spLocks noChangeArrowheads="1" noGrp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845888792" name="Rectangle 6"/>
          <p:cNvSpPr>
            <a:spLocks noChangeArrowheads="1" noGrp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/>
          </a:bodyPr>
          <a:lstStyle>
            <a:lvl1pPr>
              <a:defRPr sz="1200">
                <a:latin typeface="Times New Roman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20398499" name="Rectangle 7"/>
          <p:cNvSpPr>
            <a:spLocks noChangeArrowheads="1" noGrp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/>
          </a:bodyPr>
          <a:lstStyle>
            <a:lvl1pPr algn="r">
              <a:defRPr sz="1200">
                <a:latin typeface="Times New Roman"/>
              </a:defRPr>
            </a:lvl1pPr>
          </a:lstStyle>
          <a:p>
            <a:pPr>
              <a:defRPr/>
            </a:pPr>
            <a:fld id="{82C5A2EE-74B4-4329-B2EC-6DFE0575EDC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>
      <a:spcBef>
        <a:spcPts val="0"/>
      </a:spcBef>
      <a:spcAft>
        <a:spcPts val="0"/>
      </a:spcAft>
      <a:defRPr sz="1200">
        <a:solidFill>
          <a:schemeClr val="tx1"/>
        </a:solidFill>
        <a:latin typeface="Times New Roman"/>
        <a:ea typeface="+mn-ea"/>
        <a:cs typeface="+mn-cs"/>
      </a:defRPr>
    </a:lvl1pPr>
    <a:lvl2pPr marL="457200" algn="l" rtl="0">
      <a:spcBef>
        <a:spcPts val="0"/>
      </a:spcBef>
      <a:spcAft>
        <a:spcPts val="0"/>
      </a:spcAft>
      <a:defRPr sz="1200">
        <a:solidFill>
          <a:schemeClr val="tx1"/>
        </a:solidFill>
        <a:latin typeface="Times New Roman"/>
        <a:ea typeface="+mn-ea"/>
        <a:cs typeface="+mn-cs"/>
      </a:defRPr>
    </a:lvl2pPr>
    <a:lvl3pPr marL="914400" algn="l" rtl="0">
      <a:spcBef>
        <a:spcPts val="0"/>
      </a:spcBef>
      <a:spcAft>
        <a:spcPts val="0"/>
      </a:spcAft>
      <a:defRPr sz="1200">
        <a:solidFill>
          <a:schemeClr val="tx1"/>
        </a:solidFill>
        <a:latin typeface="Times New Roman"/>
        <a:ea typeface="+mn-ea"/>
        <a:cs typeface="+mn-cs"/>
      </a:defRPr>
    </a:lvl3pPr>
    <a:lvl4pPr marL="1371600" algn="l" rtl="0">
      <a:spcBef>
        <a:spcPts val="0"/>
      </a:spcBef>
      <a:spcAft>
        <a:spcPts val="0"/>
      </a:spcAft>
      <a:defRPr sz="1200">
        <a:solidFill>
          <a:schemeClr val="tx1"/>
        </a:solidFill>
        <a:latin typeface="Times New Roman"/>
        <a:ea typeface="+mn-ea"/>
        <a:cs typeface="+mn-cs"/>
      </a:defRPr>
    </a:lvl4pPr>
    <a:lvl5pPr marL="1828800" algn="l" rtl="0">
      <a:spcBef>
        <a:spcPts val="0"/>
      </a:spcBef>
      <a:spcAft>
        <a:spcPts val="0"/>
      </a:spcAft>
      <a:defRPr sz="1200">
        <a:solidFill>
          <a:schemeClr val="tx1"/>
        </a:solidFill>
        <a:latin typeface="Times New Roman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DA1C51-9BF2-1D89-6756-568F5DA4A80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7578F6-BF0F-2F1B-30CF-0671BC75BDB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F268A0-53B9-8D1F-B5FD-EA2E67F306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472E7D-2B20-3618-2CEF-684BF43642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910777-2E51-F20C-EA98-380E8C799D9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913183-50ED-5FF0-760B-3849F9941A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5611E7-7F21-A00B-E9BF-59EC2367A16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99D5F6-62E3-3CDB-B8DB-05EEA6CE00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4FFA18-3751-5B05-4305-41D137D2F35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929A22-D054-3C6A-456C-7A173679EE0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C2773AA-8A83-BDB8-D273-6FEBDDA579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9B9ED2-8FA3-3114-0780-E11B563BF8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4F581A-FE23-5E4F-46F5-1591CDCD656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69D2FB-F141-F3CF-2A91-05782CF691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AD35428-8758-4187-01B1-77E194976CF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1EA959-4382-4874-925F-A355BAD93A4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BCC23C-608C-69BE-2FE1-3B7A521AE39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C8D9B8-8937-14FF-0BAA-3A7095C68D2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64669D-EA58-2C69-FA2D-087F880736B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39156D-3732-11C6-EA74-238533CB62D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791693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685800" y="685800"/>
            <a:ext cx="7772400" cy="553998"/>
          </a:xfrm>
        </p:spPr>
        <p:txBody>
          <a:bodyPr lIns="0" tIns="0" rIns="0" bIns="0" anchor="t" anchorCtr="0">
            <a:spAutoFit/>
          </a:bodyPr>
          <a:lstStyle>
            <a:lvl1pPr>
              <a:defRPr sz="3600" b="1" i="0">
                <a:solidFill>
                  <a:srgbClr val="0033CC"/>
                </a:solidFill>
              </a:defRPr>
            </a:lvl1pPr>
          </a:lstStyle>
          <a:p>
            <a:pPr>
              <a:defRPr/>
            </a:pPr>
            <a:r>
              <a:rPr lang="en-US"/>
              <a:t>Chapter number</a:t>
            </a:r>
            <a:endParaRPr lang="en-US"/>
          </a:p>
        </p:txBody>
      </p:sp>
      <p:sp>
        <p:nvSpPr>
          <p:cNvPr id="114020154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Murach's Java Servlets/JSP (3rd Ed.), C2</a:t>
            </a:r>
            <a:endParaRPr lang="en-US"/>
          </a:p>
        </p:txBody>
      </p:sp>
      <p:sp>
        <p:nvSpPr>
          <p:cNvPr id="191176835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  <a:endParaRPr lang="en-US"/>
          </a:p>
        </p:txBody>
      </p:sp>
      <p:sp>
        <p:nvSpPr>
          <p:cNvPr id="1595222172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/>
              <a:t>Slide </a:t>
            </a:r>
            <a:fld id="{BF5C1183-B085-4070-A402-C03A3F977D3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8757679" name="Rectangle 2"/>
          <p:cNvSpPr>
            <a:spLocks noChangeArrowheads="1" noGrp="1"/>
          </p:cNvSpPr>
          <p:nvPr>
            <p:ph type="title"/>
          </p:nvPr>
        </p:nvSpPr>
        <p:spPr bwMode="auto">
          <a:xfrm>
            <a:off x="914400" y="685800"/>
            <a:ext cx="7315200" cy="4001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 algn="l">
              <a:defRPr sz="2600" b="1" i="0">
                <a:solidFill>
                  <a:srgbClr val="0033CC"/>
                </a:solidFill>
              </a:defRPr>
            </a:lvl1pPr>
          </a:lstStyle>
          <a:p>
            <a:pPr lvl="0"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432513471" name="Date Placeholder 1"/>
          <p:cNvSpPr>
            <a:spLocks noGrp="1"/>
          </p:cNvSpPr>
          <p:nvPr>
            <p:ph type="dt" sz="half" idx="10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Murach's Java Servlets/JSP (3rd Ed.), C2</a:t>
            </a:r>
            <a:endParaRPr lang="en-US"/>
          </a:p>
        </p:txBody>
      </p:sp>
      <p:sp>
        <p:nvSpPr>
          <p:cNvPr id="1938269300" name="Footer Placeholder 2"/>
          <p:cNvSpPr>
            <a:spLocks noGrp="1"/>
          </p:cNvSpPr>
          <p:nvPr>
            <p:ph type="ftr" sz="quarter" idx="11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2014, Mike Murach &amp; Associates, Inc.</a:t>
            </a:r>
            <a:endParaRPr lang="en-US"/>
          </a:p>
        </p:txBody>
      </p:sp>
      <p:sp>
        <p:nvSpPr>
          <p:cNvPr id="1273945358" name="Slide Number Placeholder 3"/>
          <p:cNvSpPr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/>
              </a:rPr>
              <a:t>Slide </a:t>
            </a:r>
            <a:fld id="{5ECE9829-65B2-40C6-AEFF-7C648FF56A9C}" type="slidenum">
              <a:rPr lang="en-US" sz="900">
                <a:latin typeface="Arial Narrow"/>
              </a:rPr>
              <a:t>‹#›</a:t>
            </a:fld>
            <a:endParaRPr lang="en-US" sz="900">
              <a:latin typeface="Arial Narrow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7896297" name="Rectangle 2"/>
          <p:cNvSpPr>
            <a:spLocks noChangeArrowheads="1" noGrp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/>
          </a:bodyPr>
          <a:lstStyle/>
          <a:p>
            <a:pPr lvl="0"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055709062" name="Rectangle 3"/>
          <p:cNvSpPr>
            <a:spLocks noChangeArrowheads="1" noGrp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460583796" name="Date Placeholder 1"/>
          <p:cNvSpPr>
            <a:spLocks noGrp="1"/>
          </p:cNvSpPr>
          <p:nvPr>
            <p:ph type="dt" sz="half" idx="2"/>
          </p:nvPr>
        </p:nvSpPr>
        <p:spPr bwMode="auto">
          <a:xfrm>
            <a:off x="762000" y="6248400"/>
            <a:ext cx="19812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/>
          </a:bodyPr>
          <a:lstStyle>
            <a:lvl1pPr>
              <a:defRPr sz="900">
                <a:latin typeface="Arial Narrow"/>
              </a:defRPr>
            </a:lvl1pPr>
          </a:lstStyle>
          <a:p>
            <a:pPr>
              <a:defRPr/>
            </a:pPr>
            <a:r>
              <a:rPr lang="en-US"/>
              <a:t>Murach's Java Servlets/JSP (3rd Ed.), C2</a:t>
            </a:r>
            <a:endParaRPr lang="en-US"/>
          </a:p>
        </p:txBody>
      </p:sp>
      <p:sp>
        <p:nvSpPr>
          <p:cNvPr id="1429287064" name="Footer Placeholder 2"/>
          <p:cNvSpPr>
            <a:spLocks noGrp="1"/>
          </p:cNvSpPr>
          <p:nvPr>
            <p:ph type="ftr" sz="quarter" idx="3"/>
          </p:nvPr>
        </p:nvSpPr>
        <p:spPr bwMode="auto">
          <a:xfrm>
            <a:off x="2895600" y="6248400"/>
            <a:ext cx="33528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/>
          </a:bodyPr>
          <a:lstStyle>
            <a:lvl1pPr algn="ctr">
              <a:defRPr sz="900">
                <a:latin typeface="Arial Narrow"/>
              </a:defRPr>
            </a:lvl1pPr>
          </a:lstStyle>
          <a:p>
            <a:pPr>
              <a:defRPr/>
            </a:pPr>
            <a:r>
              <a:rPr lang="en-US"/>
              <a:t>© 2014, Mike Murach &amp; Associates, Inc.</a:t>
            </a:r>
            <a:endParaRPr lang="en-US"/>
          </a:p>
        </p:txBody>
      </p:sp>
      <p:sp>
        <p:nvSpPr>
          <p:cNvPr id="55970688" name="Slide Number Placeholder 3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/>
          </a:bodyPr>
          <a:lstStyle>
            <a:lvl1pPr algn="r">
              <a:defRPr sz="900">
                <a:latin typeface="Arial Narrow"/>
              </a:defRPr>
            </a:lvl1pPr>
          </a:lstStyle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/>
              <a:t>Slide </a:t>
            </a:r>
            <a:fld id="{BF5C1183-B085-4070-A402-C03A3F977D3D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dt="1" ftr="1" hdr="0" sldNum="1"/>
  <p:txStyles>
    <p:titleStyle>
      <a:lvl1pPr algn="ctr" rtl="0">
        <a:spcBef>
          <a:spcPts val="0"/>
        </a:spcBef>
        <a:spcAft>
          <a:spcPts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>
        <a:spcBef>
          <a:spcPts val="0"/>
        </a:spcBef>
        <a:spcAft>
          <a:spcPts val="0"/>
        </a:spcAft>
        <a:defRPr sz="4400">
          <a:solidFill>
            <a:schemeClr val="tx2"/>
          </a:solidFill>
          <a:latin typeface="Arial"/>
        </a:defRPr>
      </a:lvl2pPr>
      <a:lvl3pPr algn="ctr" rtl="0">
        <a:spcBef>
          <a:spcPts val="0"/>
        </a:spcBef>
        <a:spcAft>
          <a:spcPts val="0"/>
        </a:spcAft>
        <a:defRPr sz="4400">
          <a:solidFill>
            <a:schemeClr val="tx2"/>
          </a:solidFill>
          <a:latin typeface="Arial"/>
        </a:defRPr>
      </a:lvl3pPr>
      <a:lvl4pPr algn="ctr" rtl="0">
        <a:spcBef>
          <a:spcPts val="0"/>
        </a:spcBef>
        <a:spcAft>
          <a:spcPts val="0"/>
        </a:spcAft>
        <a:defRPr sz="4400">
          <a:solidFill>
            <a:schemeClr val="tx2"/>
          </a:solidFill>
          <a:latin typeface="Arial"/>
        </a:defRPr>
      </a:lvl4pPr>
      <a:lvl5pPr algn="ctr" rtl="0">
        <a:spcBef>
          <a:spcPts val="0"/>
        </a:spcBef>
        <a:spcAft>
          <a:spcPts val="0"/>
        </a:spcAft>
        <a:defRPr sz="4400">
          <a:solidFill>
            <a:schemeClr val="tx2"/>
          </a:solidFill>
          <a:latin typeface="Arial"/>
        </a:defRPr>
      </a:lvl5pPr>
      <a:lvl6pPr marL="457200" algn="ctr" rtl="0">
        <a:spcBef>
          <a:spcPts val="0"/>
        </a:spcBef>
        <a:spcAft>
          <a:spcPts val="0"/>
        </a:spcAft>
        <a:defRPr sz="4400">
          <a:solidFill>
            <a:schemeClr val="tx2"/>
          </a:solidFill>
          <a:latin typeface="Times New Roman"/>
        </a:defRPr>
      </a:lvl6pPr>
      <a:lvl7pPr marL="914400" algn="ctr" rtl="0">
        <a:spcBef>
          <a:spcPts val="0"/>
        </a:spcBef>
        <a:spcAft>
          <a:spcPts val="0"/>
        </a:spcAft>
        <a:defRPr sz="4400">
          <a:solidFill>
            <a:schemeClr val="tx2"/>
          </a:solidFill>
          <a:latin typeface="Times New Roman"/>
        </a:defRPr>
      </a:lvl7pPr>
      <a:lvl8pPr marL="1371600" algn="ctr" rtl="0">
        <a:spcBef>
          <a:spcPts val="0"/>
        </a:spcBef>
        <a:spcAft>
          <a:spcPts val="0"/>
        </a:spcAft>
        <a:defRPr sz="4400">
          <a:solidFill>
            <a:schemeClr val="tx2"/>
          </a:solidFill>
          <a:latin typeface="Times New Roman"/>
        </a:defRPr>
      </a:lvl8pPr>
      <a:lvl9pPr marL="1828800" algn="ctr" rtl="0">
        <a:spcBef>
          <a:spcPts val="0"/>
        </a:spcBef>
        <a:spcAft>
          <a:spcPts val="0"/>
        </a:spcAft>
        <a:defRPr sz="4400">
          <a:solidFill>
            <a:schemeClr val="tx2"/>
          </a:solidFill>
          <a:latin typeface="Times New Roman"/>
        </a:defRPr>
      </a:lvl9pPr>
    </p:titleStyle>
    <p:bodyStyle>
      <a:lvl1pPr marL="342900" indent="-342900" algn="l" rtl="0">
        <a:spcBef>
          <a:spcPts val="0"/>
        </a:spcBef>
        <a:spcAft>
          <a:spcPts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>
        <a:spcBef>
          <a:spcPts val="0"/>
        </a:spcBef>
        <a:spcAft>
          <a:spcPts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>
        <a:spcBef>
          <a:spcPts val="0"/>
        </a:spcBef>
        <a:spcAft>
          <a:spcPts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>
        <a:spcBef>
          <a:spcPts val="0"/>
        </a:spcBef>
        <a:spcAft>
          <a:spcPts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>
        <a:spcBef>
          <a:spcPts val="0"/>
        </a:spcBef>
        <a:spcAft>
          <a:spcPts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>
        <a:spcBef>
          <a:spcPts val="0"/>
        </a:spcBef>
        <a:spcAft>
          <a:spcPts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>
        <a:spcBef>
          <a:spcPts val="0"/>
        </a:spcBef>
        <a:spcAft>
          <a:spcPts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>
        <a:spcBef>
          <a:spcPts val="0"/>
        </a:spcBef>
        <a:spcAft>
          <a:spcPts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>
        <a:spcBef>
          <a:spcPts val="0"/>
        </a:spcBef>
        <a:spcAft>
          <a:spcPts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emf"/><Relationship Id="rId4" Type="http://schemas.openxmlformats.org/officeDocument/2006/relationships/package" Target="../embeddings/Microsoft_Word_Document1.docx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emf"/><Relationship Id="rId4" Type="http://schemas.openxmlformats.org/officeDocument/2006/relationships/package" Target="../embeddings/Microsoft_Word_Document2.docx"/><Relationship Id="rId5" Type="http://schemas.openxmlformats.org/officeDocument/2006/relationships/image" Target="../media/image3.emf"/><Relationship Id="rId6" Type="http://schemas.openxmlformats.org/officeDocument/2006/relationships/package" Target="../embeddings/Microsoft_Word_Document3.docx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emf"/><Relationship Id="rId4" Type="http://schemas.openxmlformats.org/officeDocument/2006/relationships/package" Target="../embeddings/Microsoft_Word_Document4.docx"/><Relationship Id="rId5" Type="http://schemas.openxmlformats.org/officeDocument/2006/relationships/image" Target="../media/image5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emf"/><Relationship Id="rId4" Type="http://schemas.openxmlformats.org/officeDocument/2006/relationships/package" Target="../embeddings/Microsoft_Word_Document5.docx"/><Relationship Id="rId5" Type="http://schemas.openxmlformats.org/officeDocument/2006/relationships/image" Target="../media/image7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emf"/><Relationship Id="rId4" Type="http://schemas.openxmlformats.org/officeDocument/2006/relationships/package" Target="../embeddings/Microsoft_Word_Document6.docx"/><Relationship Id="rId5" Type="http://schemas.openxmlformats.org/officeDocument/2006/relationships/image" Target="../media/image9.emf"/><Relationship Id="rId6" Type="http://schemas.openxmlformats.org/officeDocument/2006/relationships/package" Target="../embeddings/Microsoft_Word_Document7.docx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emf"/><Relationship Id="rId4" Type="http://schemas.openxmlformats.org/officeDocument/2006/relationships/package" Target="../embeddings/Microsoft_Word_Document8.docx"/><Relationship Id="rId5" Type="http://schemas.openxmlformats.org/officeDocument/2006/relationships/image" Target="../media/image1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emf"/><Relationship Id="rId4" Type="http://schemas.openxmlformats.org/officeDocument/2006/relationships/package" Target="../embeddings/Microsoft_Word_Document9.docx"/><Relationship Id="rId5" Type="http://schemas.openxmlformats.org/officeDocument/2006/relationships/image" Target="../media/image13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emf"/><Relationship Id="rId4" Type="http://schemas.openxmlformats.org/officeDocument/2006/relationships/package" Target="../embeddings/Microsoft_Word_Document10.docx"/><Relationship Id="rId5" Type="http://schemas.openxmlformats.org/officeDocument/2006/relationships/image" Target="../media/image15.emf"/><Relationship Id="rId6" Type="http://schemas.openxmlformats.org/officeDocument/2006/relationships/package" Target="../embeddings/Microsoft_Word_Document11.docx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emf"/><Relationship Id="rId4" Type="http://schemas.openxmlformats.org/officeDocument/2006/relationships/package" Target="../embeddings/Microsoft_Word_Document12.docx"/><Relationship Id="rId5" Type="http://schemas.openxmlformats.org/officeDocument/2006/relationships/image" Target="../media/image17.emf"/><Relationship Id="rId6" Type="http://schemas.openxmlformats.org/officeDocument/2006/relationships/package" Target="../embeddings/Microsoft_Word_Document13.docx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emf"/><Relationship Id="rId4" Type="http://schemas.openxmlformats.org/officeDocument/2006/relationships/package" Target="../embeddings/Microsoft_Word_Document14.docx"/><Relationship Id="rId5" Type="http://schemas.openxmlformats.org/officeDocument/2006/relationships/image" Target="../media/image19.emf"/><Relationship Id="rId6" Type="http://schemas.openxmlformats.org/officeDocument/2006/relationships/package" Target="../embeddings/Microsoft_Word_Document15.docx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emf"/><Relationship Id="rId4" Type="http://schemas.openxmlformats.org/officeDocument/2006/relationships/package" Target="../embeddings/Microsoft_Word_Document16.docx"/><Relationship Id="rId5" Type="http://schemas.openxmlformats.org/officeDocument/2006/relationships/image" Target="../media/image21.emf"/><Relationship Id="rId6" Type="http://schemas.openxmlformats.org/officeDocument/2006/relationships/package" Target="../embeddings/Microsoft_Word_Document17.docx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emf"/><Relationship Id="rId4" Type="http://schemas.openxmlformats.org/officeDocument/2006/relationships/package" Target="../embeddings/Microsoft_Word_Document18.docx"/><Relationship Id="rId5" Type="http://schemas.openxmlformats.org/officeDocument/2006/relationships/image" Target="../media/image23.emf"/><Relationship Id="rId6" Type="http://schemas.openxmlformats.org/officeDocument/2006/relationships/package" Target="../embeddings/Microsoft_Word_Document19.docx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emf"/><Relationship Id="rId4" Type="http://schemas.openxmlformats.org/officeDocument/2006/relationships/package" Target="../embeddings/Microsoft_Word_Document20.docx"/><Relationship Id="rId5" Type="http://schemas.openxmlformats.org/officeDocument/2006/relationships/image" Target="../media/image25.emf"/><Relationship Id="rId6" Type="http://schemas.openxmlformats.org/officeDocument/2006/relationships/package" Target="../embeddings/Microsoft_Word_Document21.docx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emf"/><Relationship Id="rId4" Type="http://schemas.openxmlformats.org/officeDocument/2006/relationships/package" Target="../embeddings/Microsoft_Word_Document22.docx"/><Relationship Id="rId5" Type="http://schemas.openxmlformats.org/officeDocument/2006/relationships/image" Target="../media/image27.emf"/><Relationship Id="rId6" Type="http://schemas.openxmlformats.org/officeDocument/2006/relationships/package" Target="../embeddings/Microsoft_Word_Document23.docx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8.emf"/><Relationship Id="rId4" Type="http://schemas.openxmlformats.org/officeDocument/2006/relationships/package" Target="../embeddings/Microsoft_Word_Document24.docx"/><Relationship Id="rId5" Type="http://schemas.openxmlformats.org/officeDocument/2006/relationships/image" Target="../media/image29.emf"/><Relationship Id="rId6" Type="http://schemas.openxmlformats.org/officeDocument/2006/relationships/package" Target="../embeddings/Microsoft_Word_Document25.docx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0.emf"/><Relationship Id="rId4" Type="http://schemas.openxmlformats.org/officeDocument/2006/relationships/package" Target="../embeddings/Microsoft_Word_Document26.docx"/><Relationship Id="rId5" Type="http://schemas.openxmlformats.org/officeDocument/2006/relationships/image" Target="../media/image31.emf"/><Relationship Id="rId6" Type="http://schemas.openxmlformats.org/officeDocument/2006/relationships/package" Target="../embeddings/Microsoft_Word_Document27.docx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2.emf"/><Relationship Id="rId4" Type="http://schemas.openxmlformats.org/officeDocument/2006/relationships/package" Target="../embeddings/Microsoft_Word_Document28.docx"/><Relationship Id="rId5" Type="http://schemas.openxmlformats.org/officeDocument/2006/relationships/image" Target="../media/image33.emf"/><Relationship Id="rId6" Type="http://schemas.openxmlformats.org/officeDocument/2006/relationships/package" Target="../embeddings/Microsoft_Word_Document29.docx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4.emf"/><Relationship Id="rId4" Type="http://schemas.openxmlformats.org/officeDocument/2006/relationships/package" Target="../embeddings/Microsoft_Word_Document30.docx"/><Relationship Id="rId5" Type="http://schemas.openxmlformats.org/officeDocument/2006/relationships/image" Target="../media/image35.emf"/><Relationship Id="rId6" Type="http://schemas.openxmlformats.org/officeDocument/2006/relationships/package" Target="../embeddings/Microsoft_Word_Document31.docx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6.emf"/><Relationship Id="rId4" Type="http://schemas.openxmlformats.org/officeDocument/2006/relationships/package" Target="../embeddings/Microsoft_Word_Document32.docx"/><Relationship Id="rId5" Type="http://schemas.openxmlformats.org/officeDocument/2006/relationships/image" Target="../media/image37.emf"/><Relationship Id="rId6" Type="http://schemas.openxmlformats.org/officeDocument/2006/relationships/package" Target="../embeddings/Microsoft_Word_Document33.docx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8.emf"/><Relationship Id="rId4" Type="http://schemas.openxmlformats.org/officeDocument/2006/relationships/package" Target="../embeddings/Microsoft_Word_Document34.docx"/><Relationship Id="rId5" Type="http://schemas.openxmlformats.org/officeDocument/2006/relationships/image" Target="../media/image39.emf"/><Relationship Id="rId6" Type="http://schemas.openxmlformats.org/officeDocument/2006/relationships/package" Target="../embeddings/Microsoft_Word_Document35.docx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0634989" name="Date Placeholder 2"/>
          <p:cNvSpPr>
            <a:spLocks noGrp="1"/>
          </p:cNvSpPr>
          <p:nvPr>
            <p:ph type="dt" sz="half" idx="10"/>
          </p:nvPr>
        </p:nvSpPr>
        <p:spPr bwMode="auto">
          <a:xfrm>
            <a:off x="762000" y="6248400"/>
            <a:ext cx="2286000" cy="457200"/>
          </a:xfrm>
        </p:spPr>
        <p:txBody>
          <a:bodyPr/>
          <a:lstStyle/>
          <a:p>
            <a:pPr>
              <a:defRPr/>
            </a:pPr>
            <a:r>
              <a:rPr lang="en-US"/>
              <a:t>Murach's Java Servlets/JSP (3rd Ed.), C2</a:t>
            </a:r>
            <a:endParaRPr lang="en-US"/>
          </a:p>
        </p:txBody>
      </p:sp>
      <p:sp>
        <p:nvSpPr>
          <p:cNvPr id="804650818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  <a:endParaRPr lang="en-US"/>
          </a:p>
        </p:txBody>
      </p:sp>
      <p:sp>
        <p:nvSpPr>
          <p:cNvPr id="1936974346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/>
              <a:t>Slide </a:t>
            </a:r>
            <a:fld id="{BF5C1183-B085-4070-A402-C03A3F977D3D}" type="slidenum">
              <a:rPr lang="en-US"/>
              <a:t>1</a:t>
            </a:fld>
            <a:endParaRPr lang="en-US"/>
          </a:p>
        </p:txBody>
      </p:sp>
      <p:graphicFrame>
        <p:nvGraphicFramePr>
          <p:cNvPr id="161782137" name="Object 5"/>
          <p:cNvGraphicFramePr>
            <a:graphicFrameLocks xmlns:a="http://schemas.openxmlformats.org/drawingml/2006/main" noChangeAspect="1"/>
          </p:cNvGraphicFramePr>
          <p:nvPr/>
        </p:nvGraphicFramePr>
        <p:xfrm>
          <a:off x="914400" y="1600200"/>
          <a:ext cx="7302500" cy="3187700"/>
        </p:xfrm>
        <a:graphic>
          <a:graphicData uri="http://schemas.openxmlformats.org/presentationml/2006/ole">
            <p:oleObj name="oleObj" r:id="rId4" imgW="7301230" imgH="3187700" progId="Word.Document.12">
              <p:embed/>
              <p:pic>
                <p:nvPicPr>
                  <p:cNvPr id="161782137" name="Object 5"/>
                  <p:cNvPicPr/>
                  <p:nvPr/>
                </p:nvPicPr>
                <p:blipFill rotWithShape="1">
                  <a:blip r:embed="rId3"/>
                  <a:stretch/>
                </p:blipFill>
                <p:spPr bwMode="auto">
                  <a:xfrm>
                    <a:off x="914400" y="1600200"/>
                    <a:ext cx="7302500" cy="3187700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9969622" name="Date Placeholder 2"/>
          <p:cNvSpPr>
            <a:spLocks noGrp="1"/>
          </p:cNvSpPr>
          <p:nvPr>
            <p:ph type="dt" sz="half" idx="10"/>
          </p:nvPr>
        </p:nvSpPr>
        <p:spPr bwMode="auto">
          <a:xfrm>
            <a:off x="762000" y="6248400"/>
            <a:ext cx="2362199" cy="457200"/>
          </a:xfrm>
        </p:spPr>
        <p:txBody>
          <a:bodyPr/>
          <a:lstStyle/>
          <a:p>
            <a:pPr>
              <a:defRPr/>
            </a:pPr>
            <a:r>
              <a:rPr lang="en-US"/>
              <a:t>Murach's Java Servlets/JSP (3rd Ed.), C2</a:t>
            </a:r>
            <a:endParaRPr lang="en-US"/>
          </a:p>
        </p:txBody>
      </p:sp>
      <p:sp>
        <p:nvSpPr>
          <p:cNvPr id="33851732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  <a:endParaRPr lang="en-US"/>
          </a:p>
        </p:txBody>
      </p:sp>
      <p:sp>
        <p:nvSpPr>
          <p:cNvPr id="1970307053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/>
              </a:rPr>
              <a:t>Slide </a:t>
            </a:r>
            <a:fld id="{5ECE9829-65B2-40C6-AEFF-7C648FF56A9C}" type="slidenum">
              <a:rPr lang="en-US" sz="900">
                <a:latin typeface="Arial Narrow"/>
              </a:rPr>
              <a:t>2</a:t>
            </a:fld>
            <a:endParaRPr lang="en-US" sz="900">
              <a:latin typeface="Arial Narrow"/>
            </a:endParaRPr>
          </a:p>
        </p:txBody>
      </p:sp>
      <p:graphicFrame>
        <p:nvGraphicFramePr>
          <p:cNvPr id="594184086" name="Object 5"/>
          <p:cNvGraphicFramePr>
            <a:graphicFrameLocks xmlns:a="http://schemas.openxmlformats.org/drawingml/2006/main" noChangeAspect="1"/>
          </p:cNvGraphicFramePr>
          <p:nvPr/>
        </p:nvGraphicFramePr>
        <p:xfrm>
          <a:off x="914400" y="685800"/>
          <a:ext cx="7301323" cy="426678"/>
        </p:xfrm>
        <a:graphic>
          <a:graphicData uri="http://schemas.openxmlformats.org/presentationml/2006/ole">
            <p:oleObj name="oleObj" r:id="rId4" imgW="7301230" imgH="426085" progId="Word.Document.12">
              <p:embed/>
              <p:pic>
                <p:nvPicPr>
                  <p:cNvPr id="594184086" name="Object 5"/>
                  <p:cNvPicPr/>
                  <p:nvPr/>
                </p:nvPicPr>
                <p:blipFill rotWithShape="1">
                  <a:blip r:embed="rId3"/>
                  <a:stretch/>
                </p:blipFill>
                <p:spPr bwMode="auto">
                  <a:xfrm>
                    <a:off x="914400" y="685800"/>
                    <a:ext cx="7301323" cy="426678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graphicFrame>
        <p:nvGraphicFramePr>
          <p:cNvPr id="1243831046" name="Object 6"/>
          <p:cNvGraphicFramePr>
            <a:graphicFrameLocks xmlns:a="http://schemas.openxmlformats.org/drawingml/2006/main" noChangeAspect="1"/>
          </p:cNvGraphicFramePr>
          <p:nvPr/>
        </p:nvGraphicFramePr>
        <p:xfrm>
          <a:off x="914400" y="1143000"/>
          <a:ext cx="7301323" cy="4382002"/>
        </p:xfrm>
        <a:graphic>
          <a:graphicData uri="http://schemas.openxmlformats.org/presentationml/2006/ole">
            <p:oleObj name="oleObj" r:id="rId6" imgW="7301230" imgH="4381500" progId="Word.Document.12">
              <p:embed/>
              <p:pic>
                <p:nvPicPr>
                  <p:cNvPr id="1243831046" name="Object 6"/>
                  <p:cNvPicPr/>
                  <p:nvPr/>
                </p:nvPicPr>
                <p:blipFill rotWithShape="1">
                  <a:blip r:embed="rId5"/>
                  <a:stretch/>
                </p:blipFill>
                <p:spPr bwMode="auto">
                  <a:xfrm>
                    <a:off x="914400" y="1143000"/>
                    <a:ext cx="7301323" cy="4382002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293134" name="Date Placeholder 2"/>
          <p:cNvSpPr>
            <a:spLocks noGrp="1"/>
          </p:cNvSpPr>
          <p:nvPr>
            <p:ph type="dt" sz="half" idx="10"/>
          </p:nvPr>
        </p:nvSpPr>
        <p:spPr bwMode="auto">
          <a:xfrm>
            <a:off x="762000" y="6248400"/>
            <a:ext cx="2286000" cy="457200"/>
          </a:xfrm>
        </p:spPr>
        <p:txBody>
          <a:bodyPr/>
          <a:lstStyle/>
          <a:p>
            <a:pPr>
              <a:defRPr/>
            </a:pPr>
            <a:r>
              <a:rPr lang="en-US"/>
              <a:t>Murach's Java Servlets/JSP (3rd Ed.), C2</a:t>
            </a:r>
            <a:endParaRPr lang="en-US"/>
          </a:p>
        </p:txBody>
      </p:sp>
      <p:sp>
        <p:nvSpPr>
          <p:cNvPr id="57515128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  <a:endParaRPr lang="en-US"/>
          </a:p>
        </p:txBody>
      </p:sp>
      <p:sp>
        <p:nvSpPr>
          <p:cNvPr id="472610522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/>
              </a:rPr>
              <a:t>Slide </a:t>
            </a:r>
            <a:fld id="{5ECE9829-65B2-40C6-AEFF-7C648FF56A9C}" type="slidenum">
              <a:rPr lang="en-US" sz="900">
                <a:latin typeface="Arial Narrow"/>
              </a:rPr>
              <a:t>3</a:t>
            </a:fld>
            <a:endParaRPr lang="en-US" sz="900">
              <a:latin typeface="Arial Narrow"/>
            </a:endParaRPr>
          </a:p>
        </p:txBody>
      </p:sp>
      <p:graphicFrame>
        <p:nvGraphicFramePr>
          <p:cNvPr id="1080725160" name="Object 5"/>
          <p:cNvGraphicFramePr>
            <a:graphicFrameLocks xmlns:a="http://schemas.openxmlformats.org/drawingml/2006/main" noChangeAspect="1"/>
          </p:cNvGraphicFramePr>
          <p:nvPr/>
        </p:nvGraphicFramePr>
        <p:xfrm>
          <a:off x="914400" y="685800"/>
          <a:ext cx="7301323" cy="426678"/>
        </p:xfrm>
        <a:graphic>
          <a:graphicData uri="http://schemas.openxmlformats.org/presentationml/2006/ole">
            <p:oleObj name="oleObj" r:id="rId4" imgW="7301230" imgH="426085" progId="Word.Document.12">
              <p:embed/>
              <p:pic>
                <p:nvPicPr>
                  <p:cNvPr id="1080725160" name="Object 5"/>
                  <p:cNvPicPr/>
                  <p:nvPr/>
                </p:nvPicPr>
                <p:blipFill rotWithShape="1">
                  <a:blip r:embed="rId3"/>
                  <a:stretch/>
                </p:blipFill>
                <p:spPr bwMode="auto">
                  <a:xfrm>
                    <a:off x="914400" y="685800"/>
                    <a:ext cx="7301323" cy="426678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pic>
        <p:nvPicPr>
          <p:cNvPr id="465571086" name="Picture 6"/>
          <p:cNvPicPr/>
          <p:nvPr/>
        </p:nvPicPr>
        <p:blipFill rotWithShape="1">
          <a:blip r:embed="rId5"/>
          <a:stretch/>
        </p:blipFill>
        <p:spPr bwMode="auto">
          <a:xfrm>
            <a:off x="1384300" y="1143000"/>
            <a:ext cx="4864100" cy="47821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2509244" name="Date Placeholder 2"/>
          <p:cNvSpPr>
            <a:spLocks noGrp="1"/>
          </p:cNvSpPr>
          <p:nvPr>
            <p:ph type="dt" sz="half" idx="10"/>
          </p:nvPr>
        </p:nvSpPr>
        <p:spPr bwMode="auto">
          <a:xfrm>
            <a:off x="762000" y="6248400"/>
            <a:ext cx="2286000" cy="457200"/>
          </a:xfrm>
        </p:spPr>
        <p:txBody>
          <a:bodyPr/>
          <a:lstStyle/>
          <a:p>
            <a:pPr>
              <a:defRPr/>
            </a:pPr>
            <a:r>
              <a:rPr lang="en-US"/>
              <a:t>Murach's Java Servlets/JSP (3rd Ed.), C2</a:t>
            </a:r>
            <a:endParaRPr lang="en-US"/>
          </a:p>
        </p:txBody>
      </p:sp>
      <p:sp>
        <p:nvSpPr>
          <p:cNvPr id="886697848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  <a:endParaRPr lang="en-US"/>
          </a:p>
        </p:txBody>
      </p:sp>
      <p:sp>
        <p:nvSpPr>
          <p:cNvPr id="1724272633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/>
              </a:rPr>
              <a:t>Slide </a:t>
            </a:r>
            <a:fld id="{5ECE9829-65B2-40C6-AEFF-7C648FF56A9C}" type="slidenum">
              <a:rPr lang="en-US" sz="900">
                <a:latin typeface="Arial Narrow"/>
              </a:rPr>
              <a:t>4</a:t>
            </a:fld>
            <a:endParaRPr lang="en-US" sz="900">
              <a:latin typeface="Arial Narrow"/>
            </a:endParaRPr>
          </a:p>
        </p:txBody>
      </p:sp>
      <p:graphicFrame>
        <p:nvGraphicFramePr>
          <p:cNvPr id="1516391642" name="Object 5"/>
          <p:cNvGraphicFramePr>
            <a:graphicFrameLocks xmlns:a="http://schemas.openxmlformats.org/drawingml/2006/main" noChangeAspect="1"/>
          </p:cNvGraphicFramePr>
          <p:nvPr/>
        </p:nvGraphicFramePr>
        <p:xfrm>
          <a:off x="914400" y="685800"/>
          <a:ext cx="7301323" cy="426678"/>
        </p:xfrm>
        <a:graphic>
          <a:graphicData uri="http://schemas.openxmlformats.org/presentationml/2006/ole">
            <p:oleObj name="oleObj" r:id="rId4" imgW="7301230" imgH="426085" progId="Word.Document.12">
              <p:embed/>
              <p:pic>
                <p:nvPicPr>
                  <p:cNvPr id="1516391642" name="Object 5"/>
                  <p:cNvPicPr/>
                  <p:nvPr/>
                </p:nvPicPr>
                <p:blipFill rotWithShape="1">
                  <a:blip r:embed="rId3"/>
                  <a:stretch/>
                </p:blipFill>
                <p:spPr bwMode="auto">
                  <a:xfrm>
                    <a:off x="914400" y="685800"/>
                    <a:ext cx="7301323" cy="426678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pic>
        <p:nvPicPr>
          <p:cNvPr id="1717504552" name="Picture 6"/>
          <p:cNvPicPr/>
          <p:nvPr/>
        </p:nvPicPr>
        <p:blipFill rotWithShape="1">
          <a:blip r:embed="rId5"/>
          <a:stretch/>
        </p:blipFill>
        <p:spPr bwMode="auto">
          <a:xfrm>
            <a:off x="1369060" y="1143000"/>
            <a:ext cx="4498340" cy="47821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8947688" name="Date Placeholder 2"/>
          <p:cNvSpPr>
            <a:spLocks noGrp="1"/>
          </p:cNvSpPr>
          <p:nvPr>
            <p:ph type="dt" sz="half" idx="10"/>
          </p:nvPr>
        </p:nvSpPr>
        <p:spPr bwMode="auto">
          <a:xfrm>
            <a:off x="762000" y="6248400"/>
            <a:ext cx="2286000" cy="457200"/>
          </a:xfrm>
        </p:spPr>
        <p:txBody>
          <a:bodyPr/>
          <a:lstStyle/>
          <a:p>
            <a:pPr>
              <a:defRPr/>
            </a:pPr>
            <a:r>
              <a:rPr lang="en-US"/>
              <a:t>Murach's Java Servlets/JSP (3rd Ed.), C2</a:t>
            </a:r>
            <a:endParaRPr lang="en-US"/>
          </a:p>
        </p:txBody>
      </p:sp>
      <p:sp>
        <p:nvSpPr>
          <p:cNvPr id="206737354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  <a:endParaRPr lang="en-US"/>
          </a:p>
        </p:txBody>
      </p:sp>
      <p:sp>
        <p:nvSpPr>
          <p:cNvPr id="62873941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/>
              </a:rPr>
              <a:t>Slide </a:t>
            </a:r>
            <a:fld id="{5ECE9829-65B2-40C6-AEFF-7C648FF56A9C}" type="slidenum">
              <a:rPr lang="en-US" sz="900">
                <a:latin typeface="Arial Narrow"/>
              </a:rPr>
              <a:t>5</a:t>
            </a:fld>
            <a:endParaRPr lang="en-US" sz="900">
              <a:latin typeface="Arial Narrow"/>
            </a:endParaRPr>
          </a:p>
        </p:txBody>
      </p:sp>
      <p:graphicFrame>
        <p:nvGraphicFramePr>
          <p:cNvPr id="258767829" name="Object 5"/>
          <p:cNvGraphicFramePr>
            <a:graphicFrameLocks xmlns:a="http://schemas.openxmlformats.org/drawingml/2006/main" noChangeAspect="1"/>
          </p:cNvGraphicFramePr>
          <p:nvPr/>
        </p:nvGraphicFramePr>
        <p:xfrm>
          <a:off x="914400" y="685800"/>
          <a:ext cx="7301323" cy="426678"/>
        </p:xfrm>
        <a:graphic>
          <a:graphicData uri="http://schemas.openxmlformats.org/presentationml/2006/ole">
            <p:oleObj name="oleObj" r:id="rId4" imgW="7301230" imgH="426085" progId="Word.Document.12">
              <p:embed/>
              <p:pic>
                <p:nvPicPr>
                  <p:cNvPr id="258767829" name="Object 5"/>
                  <p:cNvPicPr/>
                  <p:nvPr/>
                </p:nvPicPr>
                <p:blipFill rotWithShape="1">
                  <a:blip r:embed="rId3"/>
                  <a:stretch/>
                </p:blipFill>
                <p:spPr bwMode="auto">
                  <a:xfrm>
                    <a:off x="914400" y="685800"/>
                    <a:ext cx="7301323" cy="426678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graphicFrame>
        <p:nvGraphicFramePr>
          <p:cNvPr id="331015307" name="Object 6"/>
          <p:cNvGraphicFramePr>
            <a:graphicFrameLocks xmlns:a="http://schemas.openxmlformats.org/drawingml/2006/main" noChangeAspect="1"/>
          </p:cNvGraphicFramePr>
          <p:nvPr/>
        </p:nvGraphicFramePr>
        <p:xfrm>
          <a:off x="914400" y="1112838"/>
          <a:ext cx="7270750" cy="4219575"/>
        </p:xfrm>
        <a:graphic>
          <a:graphicData uri="http://schemas.openxmlformats.org/presentationml/2006/ole">
            <p:oleObj name="oleObj" r:id="rId6" imgW="7301230" imgH="4243705" progId="Word.Document.12">
              <p:embed/>
              <p:pic>
                <p:nvPicPr>
                  <p:cNvPr id="331015307" name="Object 6"/>
                  <p:cNvPicPr/>
                  <p:nvPr/>
                </p:nvPicPr>
                <p:blipFill rotWithShape="1">
                  <a:blip r:embed="rId5"/>
                  <a:stretch/>
                </p:blipFill>
                <p:spPr bwMode="auto">
                  <a:xfrm>
                    <a:off x="914400" y="1112838"/>
                    <a:ext cx="7270750" cy="4219575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8995247" name="Date Placeholder 2"/>
          <p:cNvSpPr>
            <a:spLocks noGrp="1"/>
          </p:cNvSpPr>
          <p:nvPr>
            <p:ph type="dt" sz="half" idx="10"/>
          </p:nvPr>
        </p:nvSpPr>
        <p:spPr bwMode="auto">
          <a:xfrm>
            <a:off x="762000" y="6248400"/>
            <a:ext cx="2209800" cy="457200"/>
          </a:xfrm>
        </p:spPr>
        <p:txBody>
          <a:bodyPr/>
          <a:lstStyle/>
          <a:p>
            <a:pPr>
              <a:defRPr/>
            </a:pPr>
            <a:r>
              <a:rPr lang="en-US"/>
              <a:t>Murach's Java Servlets/JSP (3rd Ed.), C2</a:t>
            </a:r>
            <a:endParaRPr lang="en-US"/>
          </a:p>
        </p:txBody>
      </p:sp>
      <p:sp>
        <p:nvSpPr>
          <p:cNvPr id="590319881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  <a:endParaRPr lang="en-US"/>
          </a:p>
        </p:txBody>
      </p:sp>
      <p:sp>
        <p:nvSpPr>
          <p:cNvPr id="165881512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/>
              </a:rPr>
              <a:t>Slide </a:t>
            </a:r>
            <a:fld id="{5ECE9829-65B2-40C6-AEFF-7C648FF56A9C}" type="slidenum">
              <a:rPr lang="en-US" sz="900">
                <a:latin typeface="Arial Narrow"/>
              </a:rPr>
              <a:t>6</a:t>
            </a:fld>
            <a:endParaRPr lang="en-US" sz="900">
              <a:latin typeface="Arial Narrow"/>
            </a:endParaRPr>
          </a:p>
        </p:txBody>
      </p:sp>
      <p:graphicFrame>
        <p:nvGraphicFramePr>
          <p:cNvPr id="1760064632" name="Object 5"/>
          <p:cNvGraphicFramePr>
            <a:graphicFrameLocks xmlns:a="http://schemas.openxmlformats.org/drawingml/2006/main" noChangeAspect="1"/>
          </p:cNvGraphicFramePr>
          <p:nvPr/>
        </p:nvGraphicFramePr>
        <p:xfrm>
          <a:off x="914400" y="685800"/>
          <a:ext cx="7301323" cy="426678"/>
        </p:xfrm>
        <a:graphic>
          <a:graphicData uri="http://schemas.openxmlformats.org/presentationml/2006/ole">
            <p:oleObj name="oleObj" r:id="rId4" imgW="7301230" imgH="426085" progId="Word.Document.12">
              <p:embed/>
              <p:pic>
                <p:nvPicPr>
                  <p:cNvPr id="1760064632" name="Object 5"/>
                  <p:cNvPicPr/>
                  <p:nvPr/>
                </p:nvPicPr>
                <p:blipFill rotWithShape="1">
                  <a:blip r:embed="rId3"/>
                  <a:stretch/>
                </p:blipFill>
                <p:spPr bwMode="auto">
                  <a:xfrm>
                    <a:off x="914400" y="685800"/>
                    <a:ext cx="7301323" cy="426678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pic>
        <p:nvPicPr>
          <p:cNvPr id="684195848" name="Picture 6"/>
          <p:cNvPicPr/>
          <p:nvPr/>
        </p:nvPicPr>
        <p:blipFill rotWithShape="1">
          <a:blip r:embed="rId5"/>
          <a:stretch/>
        </p:blipFill>
        <p:spPr bwMode="auto">
          <a:xfrm>
            <a:off x="914400" y="1143000"/>
            <a:ext cx="7274048" cy="3124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7843287" name="Date Placeholder 2"/>
          <p:cNvSpPr>
            <a:spLocks noGrp="1"/>
          </p:cNvSpPr>
          <p:nvPr>
            <p:ph type="dt" sz="half" idx="10"/>
          </p:nvPr>
        </p:nvSpPr>
        <p:spPr bwMode="auto">
          <a:xfrm>
            <a:off x="762000" y="6248400"/>
            <a:ext cx="2286000" cy="457200"/>
          </a:xfrm>
        </p:spPr>
        <p:txBody>
          <a:bodyPr/>
          <a:lstStyle/>
          <a:p>
            <a:pPr>
              <a:defRPr/>
            </a:pPr>
            <a:r>
              <a:rPr lang="en-US"/>
              <a:t>Murach's Java Servlets/JSP (3rd Ed.), C2</a:t>
            </a:r>
            <a:endParaRPr lang="en-US"/>
          </a:p>
        </p:txBody>
      </p:sp>
      <p:sp>
        <p:nvSpPr>
          <p:cNvPr id="11588736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  <a:endParaRPr lang="en-US"/>
          </a:p>
        </p:txBody>
      </p:sp>
      <p:sp>
        <p:nvSpPr>
          <p:cNvPr id="480578136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/>
              </a:rPr>
              <a:t>Slide </a:t>
            </a:r>
            <a:fld id="{5ECE9829-65B2-40C6-AEFF-7C648FF56A9C}" type="slidenum">
              <a:rPr lang="en-US" sz="900">
                <a:latin typeface="Arial Narrow"/>
              </a:rPr>
              <a:t>7</a:t>
            </a:fld>
            <a:endParaRPr lang="en-US" sz="900">
              <a:latin typeface="Arial Narrow"/>
            </a:endParaRPr>
          </a:p>
        </p:txBody>
      </p:sp>
      <p:graphicFrame>
        <p:nvGraphicFramePr>
          <p:cNvPr id="1872118684" name="Object 5"/>
          <p:cNvGraphicFramePr>
            <a:graphicFrameLocks xmlns:a="http://schemas.openxmlformats.org/drawingml/2006/main" noChangeAspect="1"/>
          </p:cNvGraphicFramePr>
          <p:nvPr/>
        </p:nvGraphicFramePr>
        <p:xfrm>
          <a:off x="914400" y="685800"/>
          <a:ext cx="7301323" cy="426678"/>
        </p:xfrm>
        <a:graphic>
          <a:graphicData uri="http://schemas.openxmlformats.org/presentationml/2006/ole">
            <p:oleObj name="oleObj" r:id="rId4" imgW="7301230" imgH="426085" progId="Word.Document.12">
              <p:embed/>
              <p:pic>
                <p:nvPicPr>
                  <p:cNvPr id="1872118684" name="Object 5"/>
                  <p:cNvPicPr/>
                  <p:nvPr/>
                </p:nvPicPr>
                <p:blipFill rotWithShape="1">
                  <a:blip r:embed="rId3"/>
                  <a:stretch/>
                </p:blipFill>
                <p:spPr bwMode="auto">
                  <a:xfrm>
                    <a:off x="914400" y="685800"/>
                    <a:ext cx="7301323" cy="426678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pic>
        <p:nvPicPr>
          <p:cNvPr id="936305133" name="Picture 6"/>
          <p:cNvPicPr/>
          <p:nvPr/>
        </p:nvPicPr>
        <p:blipFill rotWithShape="1">
          <a:blip r:embed="rId5"/>
          <a:stretch/>
        </p:blipFill>
        <p:spPr bwMode="auto">
          <a:xfrm>
            <a:off x="914400" y="1097280"/>
            <a:ext cx="7239000" cy="3619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8770344" name="Date Placeholder 2"/>
          <p:cNvSpPr>
            <a:spLocks noGrp="1"/>
          </p:cNvSpPr>
          <p:nvPr>
            <p:ph type="dt" sz="half" idx="10"/>
          </p:nvPr>
        </p:nvSpPr>
        <p:spPr bwMode="auto">
          <a:xfrm>
            <a:off x="762000" y="6248400"/>
            <a:ext cx="2209800" cy="457200"/>
          </a:xfrm>
        </p:spPr>
        <p:txBody>
          <a:bodyPr/>
          <a:lstStyle/>
          <a:p>
            <a:pPr>
              <a:defRPr/>
            </a:pPr>
            <a:r>
              <a:rPr lang="en-US"/>
              <a:t>Murach's Java Servlets/JSP (3rd Ed.), C2</a:t>
            </a:r>
            <a:endParaRPr lang="en-US"/>
          </a:p>
        </p:txBody>
      </p:sp>
      <p:sp>
        <p:nvSpPr>
          <p:cNvPr id="44511436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  <a:endParaRPr lang="en-US"/>
          </a:p>
        </p:txBody>
      </p:sp>
      <p:sp>
        <p:nvSpPr>
          <p:cNvPr id="165338296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/>
              </a:rPr>
              <a:t>Slide </a:t>
            </a:r>
            <a:fld id="{5ECE9829-65B2-40C6-AEFF-7C648FF56A9C}" type="slidenum">
              <a:rPr lang="en-US" sz="900">
                <a:latin typeface="Arial Narrow"/>
              </a:rPr>
              <a:t>8</a:t>
            </a:fld>
            <a:endParaRPr lang="en-US" sz="900">
              <a:latin typeface="Arial Narrow"/>
            </a:endParaRPr>
          </a:p>
        </p:txBody>
      </p:sp>
      <p:graphicFrame>
        <p:nvGraphicFramePr>
          <p:cNvPr id="1159184862" name="Object 5"/>
          <p:cNvGraphicFramePr>
            <a:graphicFrameLocks xmlns:a="http://schemas.openxmlformats.org/drawingml/2006/main" noChangeAspect="1"/>
          </p:cNvGraphicFramePr>
          <p:nvPr/>
        </p:nvGraphicFramePr>
        <p:xfrm>
          <a:off x="914400" y="685800"/>
          <a:ext cx="7301323" cy="426678"/>
        </p:xfrm>
        <a:graphic>
          <a:graphicData uri="http://schemas.openxmlformats.org/presentationml/2006/ole">
            <p:oleObj name="oleObj" r:id="rId4" imgW="7301230" imgH="426085" progId="Word.Document.12">
              <p:embed/>
              <p:pic>
                <p:nvPicPr>
                  <p:cNvPr id="1159184862" name="Object 5"/>
                  <p:cNvPicPr/>
                  <p:nvPr/>
                </p:nvPicPr>
                <p:blipFill rotWithShape="1">
                  <a:blip r:embed="rId3"/>
                  <a:stretch/>
                </p:blipFill>
                <p:spPr bwMode="auto">
                  <a:xfrm>
                    <a:off x="914400" y="685800"/>
                    <a:ext cx="7301323" cy="426678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graphicFrame>
        <p:nvGraphicFramePr>
          <p:cNvPr id="2144738951" name="Object 6"/>
          <p:cNvGraphicFramePr>
            <a:graphicFrameLocks xmlns:a="http://schemas.openxmlformats.org/drawingml/2006/main" noChangeAspect="1"/>
          </p:cNvGraphicFramePr>
          <p:nvPr/>
        </p:nvGraphicFramePr>
        <p:xfrm>
          <a:off x="914400" y="1156987"/>
          <a:ext cx="7300912" cy="2479675"/>
        </p:xfrm>
        <a:graphic>
          <a:graphicData uri="http://schemas.openxmlformats.org/presentationml/2006/ole">
            <p:oleObj name="oleObj" r:id="rId6" imgW="7301230" imgH="2479040" progId="Word.Document.12">
              <p:embed/>
              <p:pic>
                <p:nvPicPr>
                  <p:cNvPr id="2144738951" name="Object 6"/>
                  <p:cNvPicPr/>
                  <p:nvPr/>
                </p:nvPicPr>
                <p:blipFill rotWithShape="1">
                  <a:blip r:embed="rId5"/>
                  <a:stretch/>
                </p:blipFill>
                <p:spPr bwMode="auto">
                  <a:xfrm>
                    <a:off x="914400" y="1156987"/>
                    <a:ext cx="7300912" cy="2479675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3826183" name="Date Placeholder 2"/>
          <p:cNvSpPr>
            <a:spLocks noGrp="1"/>
          </p:cNvSpPr>
          <p:nvPr>
            <p:ph type="dt" sz="half" idx="10"/>
          </p:nvPr>
        </p:nvSpPr>
        <p:spPr bwMode="auto">
          <a:xfrm>
            <a:off x="762000" y="6248400"/>
            <a:ext cx="2286000" cy="457200"/>
          </a:xfrm>
        </p:spPr>
        <p:txBody>
          <a:bodyPr/>
          <a:lstStyle/>
          <a:p>
            <a:pPr>
              <a:defRPr/>
            </a:pPr>
            <a:r>
              <a:rPr lang="en-US"/>
              <a:t>Murach's Java Servlets/JSP (3rd Ed.), C2</a:t>
            </a:r>
            <a:endParaRPr lang="en-US"/>
          </a:p>
        </p:txBody>
      </p:sp>
      <p:sp>
        <p:nvSpPr>
          <p:cNvPr id="1685990753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  <a:endParaRPr lang="en-US"/>
          </a:p>
        </p:txBody>
      </p:sp>
      <p:sp>
        <p:nvSpPr>
          <p:cNvPr id="1357058253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/>
              </a:rPr>
              <a:t>Slide </a:t>
            </a:r>
            <a:fld id="{5ECE9829-65B2-40C6-AEFF-7C648FF56A9C}" type="slidenum">
              <a:rPr lang="en-US" sz="900">
                <a:latin typeface="Arial Narrow"/>
              </a:rPr>
              <a:t>9</a:t>
            </a:fld>
            <a:endParaRPr lang="en-US" sz="900">
              <a:latin typeface="Arial Narrow"/>
            </a:endParaRPr>
          </a:p>
        </p:txBody>
      </p:sp>
      <p:graphicFrame>
        <p:nvGraphicFramePr>
          <p:cNvPr id="1916214909" name="Object 5"/>
          <p:cNvGraphicFramePr>
            <a:graphicFrameLocks xmlns:a="http://schemas.openxmlformats.org/drawingml/2006/main" noChangeAspect="1"/>
          </p:cNvGraphicFramePr>
          <p:nvPr/>
        </p:nvGraphicFramePr>
        <p:xfrm>
          <a:off x="914400" y="685800"/>
          <a:ext cx="7301323" cy="426678"/>
        </p:xfrm>
        <a:graphic>
          <a:graphicData uri="http://schemas.openxmlformats.org/presentationml/2006/ole">
            <p:oleObj name="oleObj" r:id="rId4" imgW="7301230" imgH="426085" progId="Word.Document.12">
              <p:embed/>
              <p:pic>
                <p:nvPicPr>
                  <p:cNvPr id="1916214909" name="Object 5"/>
                  <p:cNvPicPr/>
                  <p:nvPr/>
                </p:nvPicPr>
                <p:blipFill rotWithShape="1">
                  <a:blip r:embed="rId3"/>
                  <a:stretch/>
                </p:blipFill>
                <p:spPr bwMode="auto">
                  <a:xfrm>
                    <a:off x="914400" y="685800"/>
                    <a:ext cx="7301323" cy="426678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graphicFrame>
        <p:nvGraphicFramePr>
          <p:cNvPr id="2107953842" name="Object 6"/>
          <p:cNvGraphicFramePr>
            <a:graphicFrameLocks xmlns:a="http://schemas.openxmlformats.org/drawingml/2006/main" noChangeAspect="1"/>
          </p:cNvGraphicFramePr>
          <p:nvPr/>
        </p:nvGraphicFramePr>
        <p:xfrm>
          <a:off x="914400" y="1143000"/>
          <a:ext cx="7301323" cy="3486879"/>
        </p:xfrm>
        <a:graphic>
          <a:graphicData uri="http://schemas.openxmlformats.org/presentationml/2006/ole">
            <p:oleObj name="oleObj" r:id="rId6" imgW="7301230" imgH="3486785" progId="Word.Document.12">
              <p:embed/>
              <p:pic>
                <p:nvPicPr>
                  <p:cNvPr id="2107953842" name="Object 6"/>
                  <p:cNvPicPr/>
                  <p:nvPr/>
                </p:nvPicPr>
                <p:blipFill rotWithShape="1">
                  <a:blip r:embed="rId5"/>
                  <a:stretch/>
                </p:blipFill>
                <p:spPr bwMode="auto">
                  <a:xfrm>
                    <a:off x="914400" y="1143000"/>
                    <a:ext cx="7301323" cy="3486879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6991131" name="Date Placeholder 2"/>
          <p:cNvSpPr>
            <a:spLocks noGrp="1"/>
          </p:cNvSpPr>
          <p:nvPr>
            <p:ph type="dt" sz="half" idx="10"/>
          </p:nvPr>
        </p:nvSpPr>
        <p:spPr bwMode="auto">
          <a:xfrm>
            <a:off x="762000" y="6248400"/>
            <a:ext cx="2286000" cy="457200"/>
          </a:xfrm>
        </p:spPr>
        <p:txBody>
          <a:bodyPr/>
          <a:lstStyle/>
          <a:p>
            <a:pPr>
              <a:defRPr/>
            </a:pPr>
            <a:r>
              <a:rPr lang="en-US"/>
              <a:t>Murach's Java Servlets/JSP (3rd Ed.), C2</a:t>
            </a:r>
            <a:endParaRPr lang="en-US"/>
          </a:p>
        </p:txBody>
      </p:sp>
      <p:sp>
        <p:nvSpPr>
          <p:cNvPr id="33501895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  <a:endParaRPr lang="en-US"/>
          </a:p>
        </p:txBody>
      </p:sp>
      <p:sp>
        <p:nvSpPr>
          <p:cNvPr id="1535658968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/>
              </a:rPr>
              <a:t>Slide </a:t>
            </a:r>
            <a:fld id="{5ECE9829-65B2-40C6-AEFF-7C648FF56A9C}" type="slidenum">
              <a:rPr lang="en-US" sz="900">
                <a:latin typeface="Arial Narrow"/>
              </a:rPr>
              <a:t>10</a:t>
            </a:fld>
            <a:endParaRPr lang="en-US" sz="900">
              <a:latin typeface="Arial Narrow"/>
            </a:endParaRPr>
          </a:p>
        </p:txBody>
      </p:sp>
      <p:graphicFrame>
        <p:nvGraphicFramePr>
          <p:cNvPr id="503482423" name="Object 5"/>
          <p:cNvGraphicFramePr>
            <a:graphicFrameLocks xmlns:a="http://schemas.openxmlformats.org/drawingml/2006/main" noChangeAspect="1"/>
          </p:cNvGraphicFramePr>
          <p:nvPr/>
        </p:nvGraphicFramePr>
        <p:xfrm>
          <a:off x="914400" y="685800"/>
          <a:ext cx="7301323" cy="426678"/>
        </p:xfrm>
        <a:graphic>
          <a:graphicData uri="http://schemas.openxmlformats.org/presentationml/2006/ole">
            <p:oleObj name="oleObj" r:id="rId4" imgW="7301230" imgH="426085" progId="Word.Document.12">
              <p:embed/>
              <p:pic>
                <p:nvPicPr>
                  <p:cNvPr id="503482423" name="Object 5"/>
                  <p:cNvPicPr/>
                  <p:nvPr/>
                </p:nvPicPr>
                <p:blipFill rotWithShape="1">
                  <a:blip r:embed="rId3"/>
                  <a:stretch/>
                </p:blipFill>
                <p:spPr bwMode="auto">
                  <a:xfrm>
                    <a:off x="914400" y="685800"/>
                    <a:ext cx="7301323" cy="426678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graphicFrame>
        <p:nvGraphicFramePr>
          <p:cNvPr id="1655685238" name="Object 6"/>
          <p:cNvGraphicFramePr>
            <a:graphicFrameLocks xmlns:a="http://schemas.openxmlformats.org/drawingml/2006/main" noChangeAspect="1"/>
          </p:cNvGraphicFramePr>
          <p:nvPr/>
        </p:nvGraphicFramePr>
        <p:xfrm>
          <a:off x="914400" y="1143000"/>
          <a:ext cx="7300912" cy="4895850"/>
        </p:xfrm>
        <a:graphic>
          <a:graphicData uri="http://schemas.openxmlformats.org/presentationml/2006/ole">
            <p:oleObj name="oleObj" r:id="rId6" imgW="7301230" imgH="4895850" progId="Word.Document.12">
              <p:embed/>
              <p:pic>
                <p:nvPicPr>
                  <p:cNvPr id="1655685238" name="Object 6"/>
                  <p:cNvPicPr/>
                  <p:nvPr/>
                </p:nvPicPr>
                <p:blipFill rotWithShape="1">
                  <a:blip r:embed="rId5"/>
                  <a:stretch/>
                </p:blipFill>
                <p:spPr bwMode="auto">
                  <a:xfrm>
                    <a:off x="914400" y="1143000"/>
                    <a:ext cx="7300912" cy="4895850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3071647" name="Date Placeholder 2"/>
          <p:cNvSpPr>
            <a:spLocks noGrp="1"/>
          </p:cNvSpPr>
          <p:nvPr>
            <p:ph type="dt" sz="half" idx="10"/>
          </p:nvPr>
        </p:nvSpPr>
        <p:spPr bwMode="auto">
          <a:xfrm>
            <a:off x="762000" y="6248400"/>
            <a:ext cx="2209800" cy="457200"/>
          </a:xfrm>
        </p:spPr>
        <p:txBody>
          <a:bodyPr/>
          <a:lstStyle/>
          <a:p>
            <a:pPr>
              <a:defRPr/>
            </a:pPr>
            <a:r>
              <a:rPr lang="en-US"/>
              <a:t>Murach's Java Servlets/JSP (3rd Ed.), C2</a:t>
            </a:r>
            <a:endParaRPr lang="en-US"/>
          </a:p>
        </p:txBody>
      </p:sp>
      <p:sp>
        <p:nvSpPr>
          <p:cNvPr id="72318760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  <a:endParaRPr lang="en-US"/>
          </a:p>
        </p:txBody>
      </p:sp>
      <p:sp>
        <p:nvSpPr>
          <p:cNvPr id="38233606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/>
              </a:rPr>
              <a:t>Slide </a:t>
            </a:r>
            <a:fld id="{5ECE9829-65B2-40C6-AEFF-7C648FF56A9C}" type="slidenum">
              <a:rPr lang="en-US" sz="900">
                <a:latin typeface="Arial Narrow"/>
              </a:rPr>
              <a:t>11</a:t>
            </a:fld>
            <a:endParaRPr lang="en-US" sz="900">
              <a:latin typeface="Arial Narrow"/>
            </a:endParaRPr>
          </a:p>
        </p:txBody>
      </p:sp>
      <p:graphicFrame>
        <p:nvGraphicFramePr>
          <p:cNvPr id="277648714" name="Object 5"/>
          <p:cNvGraphicFramePr>
            <a:graphicFrameLocks xmlns:a="http://schemas.openxmlformats.org/drawingml/2006/main" noChangeAspect="1"/>
          </p:cNvGraphicFramePr>
          <p:nvPr/>
        </p:nvGraphicFramePr>
        <p:xfrm>
          <a:off x="914400" y="685800"/>
          <a:ext cx="7301323" cy="426678"/>
        </p:xfrm>
        <a:graphic>
          <a:graphicData uri="http://schemas.openxmlformats.org/presentationml/2006/ole">
            <p:oleObj name="oleObj" r:id="rId4" imgW="7301230" imgH="426085" progId="Word.Document.12">
              <p:embed/>
              <p:pic>
                <p:nvPicPr>
                  <p:cNvPr id="277648714" name="Object 5"/>
                  <p:cNvPicPr/>
                  <p:nvPr/>
                </p:nvPicPr>
                <p:blipFill rotWithShape="1">
                  <a:blip r:embed="rId3"/>
                  <a:stretch/>
                </p:blipFill>
                <p:spPr bwMode="auto">
                  <a:xfrm>
                    <a:off x="914400" y="685800"/>
                    <a:ext cx="7301323" cy="426678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graphicFrame>
        <p:nvGraphicFramePr>
          <p:cNvPr id="1400447552" name="Object 6"/>
          <p:cNvGraphicFramePr>
            <a:graphicFrameLocks xmlns:a="http://schemas.openxmlformats.org/drawingml/2006/main" noChangeAspect="1"/>
          </p:cNvGraphicFramePr>
          <p:nvPr/>
        </p:nvGraphicFramePr>
        <p:xfrm>
          <a:off x="914400" y="1143000"/>
          <a:ext cx="7300912" cy="4694238"/>
        </p:xfrm>
        <a:graphic>
          <a:graphicData uri="http://schemas.openxmlformats.org/presentationml/2006/ole">
            <p:oleObj name="oleObj" r:id="rId6" imgW="7301230" imgH="4695190" progId="Word.Document.12">
              <p:embed/>
              <p:pic>
                <p:nvPicPr>
                  <p:cNvPr id="1400447552" name="Object 6"/>
                  <p:cNvPicPr/>
                  <p:nvPr/>
                </p:nvPicPr>
                <p:blipFill rotWithShape="1">
                  <a:blip r:embed="rId5"/>
                  <a:stretch/>
                </p:blipFill>
                <p:spPr bwMode="auto">
                  <a:xfrm>
                    <a:off x="914400" y="1143000"/>
                    <a:ext cx="7300912" cy="4694238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0285224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Murach's Java Servlets/JSP (3rd Ed.), C2</a:t>
            </a:r>
            <a:endParaRPr lang="en-US"/>
          </a:p>
        </p:txBody>
      </p:sp>
      <p:sp>
        <p:nvSpPr>
          <p:cNvPr id="551954123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  <a:endParaRPr lang="en-US"/>
          </a:p>
        </p:txBody>
      </p:sp>
      <p:sp>
        <p:nvSpPr>
          <p:cNvPr id="2108451056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/>
              </a:rPr>
              <a:t>Slide </a:t>
            </a:r>
            <a:fld id="{5ECE9829-65B2-40C6-AEFF-7C648FF56A9C}" type="slidenum">
              <a:rPr lang="en-US" sz="900">
                <a:latin typeface="Arial Narrow"/>
              </a:rPr>
              <a:t>12</a:t>
            </a:fld>
            <a:endParaRPr lang="en-US" sz="900">
              <a:latin typeface="Arial Narrow"/>
            </a:endParaRPr>
          </a:p>
        </p:txBody>
      </p:sp>
      <p:graphicFrame>
        <p:nvGraphicFramePr>
          <p:cNvPr id="1782573004" name="Object 5"/>
          <p:cNvGraphicFramePr>
            <a:graphicFrameLocks xmlns:a="http://schemas.openxmlformats.org/drawingml/2006/main" noChangeAspect="1"/>
          </p:cNvGraphicFramePr>
          <p:nvPr/>
        </p:nvGraphicFramePr>
        <p:xfrm>
          <a:off x="914400" y="685800"/>
          <a:ext cx="7301323" cy="426678"/>
        </p:xfrm>
        <a:graphic>
          <a:graphicData uri="http://schemas.openxmlformats.org/presentationml/2006/ole">
            <p:oleObj name="oleObj" r:id="rId4" imgW="7301230" imgH="426085" progId="Word.Document.12">
              <p:embed/>
              <p:pic>
                <p:nvPicPr>
                  <p:cNvPr id="1782573004" name="Object 5"/>
                  <p:cNvPicPr/>
                  <p:nvPr/>
                </p:nvPicPr>
                <p:blipFill rotWithShape="1">
                  <a:blip r:embed="rId3"/>
                  <a:stretch/>
                </p:blipFill>
                <p:spPr bwMode="auto">
                  <a:xfrm>
                    <a:off x="914400" y="685800"/>
                    <a:ext cx="7301323" cy="426678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graphicFrame>
        <p:nvGraphicFramePr>
          <p:cNvPr id="1544106433" name="Object 6"/>
          <p:cNvGraphicFramePr>
            <a:graphicFrameLocks xmlns:a="http://schemas.openxmlformats.org/drawingml/2006/main" noChangeAspect="1"/>
          </p:cNvGraphicFramePr>
          <p:nvPr/>
        </p:nvGraphicFramePr>
        <p:xfrm>
          <a:off x="914400" y="1143000"/>
          <a:ext cx="7300912" cy="4895850"/>
        </p:xfrm>
        <a:graphic>
          <a:graphicData uri="http://schemas.openxmlformats.org/presentationml/2006/ole">
            <p:oleObj name="oleObj" r:id="rId6" imgW="7301230" imgH="4895850" progId="Word.Document.12">
              <p:embed/>
              <p:pic>
                <p:nvPicPr>
                  <p:cNvPr id="1544106433" name="Object 6"/>
                  <p:cNvPicPr/>
                  <p:nvPr/>
                </p:nvPicPr>
                <p:blipFill rotWithShape="1">
                  <a:blip r:embed="rId5"/>
                  <a:stretch/>
                </p:blipFill>
                <p:spPr bwMode="auto">
                  <a:xfrm>
                    <a:off x="914400" y="1143000"/>
                    <a:ext cx="7300912" cy="4895850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5137101" name="Date Placeholder 2"/>
          <p:cNvSpPr>
            <a:spLocks noGrp="1"/>
          </p:cNvSpPr>
          <p:nvPr>
            <p:ph type="dt" sz="half" idx="10"/>
          </p:nvPr>
        </p:nvSpPr>
        <p:spPr bwMode="auto">
          <a:xfrm>
            <a:off x="762000" y="6248400"/>
            <a:ext cx="2286000" cy="457200"/>
          </a:xfrm>
        </p:spPr>
        <p:txBody>
          <a:bodyPr/>
          <a:lstStyle/>
          <a:p>
            <a:pPr>
              <a:defRPr/>
            </a:pPr>
            <a:r>
              <a:rPr lang="en-US"/>
              <a:t>Murach's Java Servlets/JSP (3rd Ed.), C2</a:t>
            </a:r>
            <a:endParaRPr lang="en-US"/>
          </a:p>
        </p:txBody>
      </p:sp>
      <p:sp>
        <p:nvSpPr>
          <p:cNvPr id="181393775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  <a:endParaRPr lang="en-US"/>
          </a:p>
        </p:txBody>
      </p:sp>
      <p:sp>
        <p:nvSpPr>
          <p:cNvPr id="498331632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/>
              </a:rPr>
              <a:t>Slide </a:t>
            </a:r>
            <a:fld id="{5ECE9829-65B2-40C6-AEFF-7C648FF56A9C}" type="slidenum">
              <a:rPr lang="en-US" sz="900">
                <a:latin typeface="Arial Narrow"/>
              </a:rPr>
              <a:t>13</a:t>
            </a:fld>
            <a:endParaRPr lang="en-US" sz="900">
              <a:latin typeface="Arial Narrow"/>
            </a:endParaRPr>
          </a:p>
        </p:txBody>
      </p:sp>
      <p:graphicFrame>
        <p:nvGraphicFramePr>
          <p:cNvPr id="704392234" name="Object 5"/>
          <p:cNvGraphicFramePr>
            <a:graphicFrameLocks xmlns:a="http://schemas.openxmlformats.org/drawingml/2006/main" noChangeAspect="1"/>
          </p:cNvGraphicFramePr>
          <p:nvPr/>
        </p:nvGraphicFramePr>
        <p:xfrm>
          <a:off x="914400" y="685800"/>
          <a:ext cx="7301323" cy="426678"/>
        </p:xfrm>
        <a:graphic>
          <a:graphicData uri="http://schemas.openxmlformats.org/presentationml/2006/ole">
            <p:oleObj name="oleObj" r:id="rId4" imgW="7301230" imgH="426085" progId="Word.Document.12">
              <p:embed/>
              <p:pic>
                <p:nvPicPr>
                  <p:cNvPr id="704392234" name="Object 5"/>
                  <p:cNvPicPr/>
                  <p:nvPr/>
                </p:nvPicPr>
                <p:blipFill rotWithShape="1">
                  <a:blip r:embed="rId3"/>
                  <a:stretch/>
                </p:blipFill>
                <p:spPr bwMode="auto">
                  <a:xfrm>
                    <a:off x="914400" y="685800"/>
                    <a:ext cx="7301323" cy="426678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graphicFrame>
        <p:nvGraphicFramePr>
          <p:cNvPr id="516428356" name="Object 6"/>
          <p:cNvGraphicFramePr>
            <a:graphicFrameLocks xmlns:a="http://schemas.openxmlformats.org/drawingml/2006/main" noChangeAspect="1"/>
          </p:cNvGraphicFramePr>
          <p:nvPr/>
        </p:nvGraphicFramePr>
        <p:xfrm>
          <a:off x="914400" y="1195387"/>
          <a:ext cx="7300912" cy="1471613"/>
        </p:xfrm>
        <a:graphic>
          <a:graphicData uri="http://schemas.openxmlformats.org/presentationml/2006/ole">
            <p:oleObj name="oleObj" r:id="rId6" imgW="7301230" imgH="1471930" progId="Word.Document.12">
              <p:embed/>
              <p:pic>
                <p:nvPicPr>
                  <p:cNvPr id="516428356" name="Object 6"/>
                  <p:cNvPicPr/>
                  <p:nvPr/>
                </p:nvPicPr>
                <p:blipFill rotWithShape="1">
                  <a:blip r:embed="rId5"/>
                  <a:stretch/>
                </p:blipFill>
                <p:spPr bwMode="auto">
                  <a:xfrm>
                    <a:off x="914400" y="1195387"/>
                    <a:ext cx="7300912" cy="1471613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8938641" name="Date Placeholder 2"/>
          <p:cNvSpPr>
            <a:spLocks noGrp="1"/>
          </p:cNvSpPr>
          <p:nvPr>
            <p:ph type="dt" sz="half" idx="10"/>
          </p:nvPr>
        </p:nvSpPr>
        <p:spPr bwMode="auto">
          <a:xfrm>
            <a:off x="762000" y="6248400"/>
            <a:ext cx="2209800" cy="457200"/>
          </a:xfrm>
        </p:spPr>
        <p:txBody>
          <a:bodyPr/>
          <a:lstStyle/>
          <a:p>
            <a:pPr>
              <a:defRPr/>
            </a:pPr>
            <a:r>
              <a:rPr lang="en-US"/>
              <a:t>Murach's Java Servlets/JSP (3rd Ed.), C2</a:t>
            </a:r>
            <a:endParaRPr lang="en-US"/>
          </a:p>
        </p:txBody>
      </p:sp>
      <p:sp>
        <p:nvSpPr>
          <p:cNvPr id="1794425101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  <a:endParaRPr lang="en-US"/>
          </a:p>
        </p:txBody>
      </p:sp>
      <p:sp>
        <p:nvSpPr>
          <p:cNvPr id="193904575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/>
              </a:rPr>
              <a:t>Slide </a:t>
            </a:r>
            <a:fld id="{5ECE9829-65B2-40C6-AEFF-7C648FF56A9C}" type="slidenum">
              <a:rPr lang="en-US" sz="900">
                <a:latin typeface="Arial Narrow"/>
              </a:rPr>
              <a:t>14</a:t>
            </a:fld>
            <a:endParaRPr lang="en-US" sz="900">
              <a:latin typeface="Arial Narrow"/>
            </a:endParaRPr>
          </a:p>
        </p:txBody>
      </p:sp>
      <p:graphicFrame>
        <p:nvGraphicFramePr>
          <p:cNvPr id="2010220831" name="Object 5"/>
          <p:cNvGraphicFramePr>
            <a:graphicFrameLocks xmlns:a="http://schemas.openxmlformats.org/drawingml/2006/main" noChangeAspect="1"/>
          </p:cNvGraphicFramePr>
          <p:nvPr/>
        </p:nvGraphicFramePr>
        <p:xfrm>
          <a:off x="914400" y="685800"/>
          <a:ext cx="7301323" cy="426678"/>
        </p:xfrm>
        <a:graphic>
          <a:graphicData uri="http://schemas.openxmlformats.org/presentationml/2006/ole">
            <p:oleObj name="oleObj" r:id="rId4" imgW="7301230" imgH="426085" progId="Word.Document.12">
              <p:embed/>
              <p:pic>
                <p:nvPicPr>
                  <p:cNvPr id="2010220831" name="Object 5"/>
                  <p:cNvPicPr/>
                  <p:nvPr/>
                </p:nvPicPr>
                <p:blipFill rotWithShape="1">
                  <a:blip r:embed="rId3"/>
                  <a:stretch/>
                </p:blipFill>
                <p:spPr bwMode="auto">
                  <a:xfrm>
                    <a:off x="914400" y="685800"/>
                    <a:ext cx="7301323" cy="426678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graphicFrame>
        <p:nvGraphicFramePr>
          <p:cNvPr id="900777143" name="Object 6"/>
          <p:cNvGraphicFramePr>
            <a:graphicFrameLocks xmlns:a="http://schemas.openxmlformats.org/drawingml/2006/main" noChangeAspect="1"/>
          </p:cNvGraphicFramePr>
          <p:nvPr/>
        </p:nvGraphicFramePr>
        <p:xfrm>
          <a:off x="914400" y="1143000"/>
          <a:ext cx="7292975" cy="4267200"/>
        </p:xfrm>
        <a:graphic>
          <a:graphicData uri="http://schemas.openxmlformats.org/presentationml/2006/ole">
            <p:oleObj name="oleObj" r:id="rId6" imgW="7301230" imgH="4279900" progId="Word.Document.12">
              <p:embed/>
              <p:pic>
                <p:nvPicPr>
                  <p:cNvPr id="900777143" name="Object 6"/>
                  <p:cNvPicPr/>
                  <p:nvPr/>
                </p:nvPicPr>
                <p:blipFill rotWithShape="1">
                  <a:blip r:embed="rId5"/>
                  <a:stretch/>
                </p:blipFill>
                <p:spPr bwMode="auto">
                  <a:xfrm>
                    <a:off x="914400" y="1143000"/>
                    <a:ext cx="7292975" cy="4267200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4436841" name="Date Placeholder 2"/>
          <p:cNvSpPr>
            <a:spLocks noGrp="1"/>
          </p:cNvSpPr>
          <p:nvPr>
            <p:ph type="dt" sz="half" idx="10"/>
          </p:nvPr>
        </p:nvSpPr>
        <p:spPr bwMode="auto">
          <a:xfrm>
            <a:off x="762000" y="6248400"/>
            <a:ext cx="2286000" cy="457200"/>
          </a:xfrm>
        </p:spPr>
        <p:txBody>
          <a:bodyPr/>
          <a:lstStyle/>
          <a:p>
            <a:pPr>
              <a:defRPr/>
            </a:pPr>
            <a:r>
              <a:rPr lang="en-US"/>
              <a:t>Murach's Java Servlets/JSP (3rd Ed.), C2</a:t>
            </a:r>
            <a:endParaRPr lang="en-US"/>
          </a:p>
        </p:txBody>
      </p:sp>
      <p:sp>
        <p:nvSpPr>
          <p:cNvPr id="43373630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  <a:endParaRPr lang="en-US"/>
          </a:p>
        </p:txBody>
      </p:sp>
      <p:sp>
        <p:nvSpPr>
          <p:cNvPr id="1975750396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/>
              </a:rPr>
              <a:t>Slide </a:t>
            </a:r>
            <a:fld id="{5ECE9829-65B2-40C6-AEFF-7C648FF56A9C}" type="slidenum">
              <a:rPr lang="en-US" sz="900">
                <a:latin typeface="Arial Narrow"/>
              </a:rPr>
              <a:t>15</a:t>
            </a:fld>
            <a:endParaRPr lang="en-US" sz="900">
              <a:latin typeface="Arial Narrow"/>
            </a:endParaRPr>
          </a:p>
        </p:txBody>
      </p:sp>
      <p:graphicFrame>
        <p:nvGraphicFramePr>
          <p:cNvPr id="1421141244" name="Object 5"/>
          <p:cNvGraphicFramePr>
            <a:graphicFrameLocks xmlns:a="http://schemas.openxmlformats.org/drawingml/2006/main" noChangeAspect="1"/>
          </p:cNvGraphicFramePr>
          <p:nvPr/>
        </p:nvGraphicFramePr>
        <p:xfrm>
          <a:off x="914400" y="685800"/>
          <a:ext cx="7301323" cy="426678"/>
        </p:xfrm>
        <a:graphic>
          <a:graphicData uri="http://schemas.openxmlformats.org/presentationml/2006/ole">
            <p:oleObj name="oleObj" r:id="rId4" imgW="7301230" imgH="426085" progId="Word.Document.12">
              <p:embed/>
              <p:pic>
                <p:nvPicPr>
                  <p:cNvPr id="1421141244" name="Object 5"/>
                  <p:cNvPicPr/>
                  <p:nvPr/>
                </p:nvPicPr>
                <p:blipFill rotWithShape="1">
                  <a:blip r:embed="rId3"/>
                  <a:stretch/>
                </p:blipFill>
                <p:spPr bwMode="auto">
                  <a:xfrm>
                    <a:off x="914400" y="685800"/>
                    <a:ext cx="7301323" cy="426678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graphicFrame>
        <p:nvGraphicFramePr>
          <p:cNvPr id="413954839" name="Object 6"/>
          <p:cNvGraphicFramePr>
            <a:graphicFrameLocks xmlns:a="http://schemas.openxmlformats.org/drawingml/2006/main" noChangeAspect="1"/>
          </p:cNvGraphicFramePr>
          <p:nvPr/>
        </p:nvGraphicFramePr>
        <p:xfrm>
          <a:off x="914400" y="1168400"/>
          <a:ext cx="7300912" cy="1270000"/>
        </p:xfrm>
        <a:graphic>
          <a:graphicData uri="http://schemas.openxmlformats.org/presentationml/2006/ole">
            <p:oleObj name="oleObj" r:id="rId6" imgW="7301230" imgH="1270000" progId="Word.Document.12">
              <p:embed/>
              <p:pic>
                <p:nvPicPr>
                  <p:cNvPr id="413954839" name="Object 6"/>
                  <p:cNvPicPr/>
                  <p:nvPr/>
                </p:nvPicPr>
                <p:blipFill rotWithShape="1">
                  <a:blip r:embed="rId5"/>
                  <a:stretch/>
                </p:blipFill>
                <p:spPr bwMode="auto">
                  <a:xfrm>
                    <a:off x="914400" y="1168400"/>
                    <a:ext cx="7300912" cy="1270000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4504536" name="Date Placeholder 2"/>
          <p:cNvSpPr>
            <a:spLocks noGrp="1"/>
          </p:cNvSpPr>
          <p:nvPr>
            <p:ph type="dt" sz="half" idx="10"/>
          </p:nvPr>
        </p:nvSpPr>
        <p:spPr bwMode="auto">
          <a:xfrm>
            <a:off x="762000" y="6248400"/>
            <a:ext cx="2209800" cy="457200"/>
          </a:xfrm>
        </p:spPr>
        <p:txBody>
          <a:bodyPr/>
          <a:lstStyle/>
          <a:p>
            <a:pPr>
              <a:defRPr/>
            </a:pPr>
            <a:r>
              <a:rPr lang="en-US"/>
              <a:t>Murach's Java Servlets/JSP (3rd Ed.), C2</a:t>
            </a:r>
            <a:endParaRPr lang="en-US"/>
          </a:p>
        </p:txBody>
      </p:sp>
      <p:sp>
        <p:nvSpPr>
          <p:cNvPr id="101141113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  <a:endParaRPr lang="en-US"/>
          </a:p>
        </p:txBody>
      </p:sp>
      <p:sp>
        <p:nvSpPr>
          <p:cNvPr id="149970904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/>
              </a:rPr>
              <a:t>Slide </a:t>
            </a:r>
            <a:fld id="{5ECE9829-65B2-40C6-AEFF-7C648FF56A9C}" type="slidenum">
              <a:rPr lang="en-US" sz="900">
                <a:latin typeface="Arial Narrow"/>
              </a:rPr>
              <a:t>16</a:t>
            </a:fld>
            <a:endParaRPr lang="en-US" sz="900">
              <a:latin typeface="Arial Narrow"/>
            </a:endParaRPr>
          </a:p>
        </p:txBody>
      </p:sp>
      <p:graphicFrame>
        <p:nvGraphicFramePr>
          <p:cNvPr id="302452578" name="Object 5"/>
          <p:cNvGraphicFramePr>
            <a:graphicFrameLocks xmlns:a="http://schemas.openxmlformats.org/drawingml/2006/main" noChangeAspect="1"/>
          </p:cNvGraphicFramePr>
          <p:nvPr/>
        </p:nvGraphicFramePr>
        <p:xfrm>
          <a:off x="914400" y="685800"/>
          <a:ext cx="7301323" cy="426678"/>
        </p:xfrm>
        <a:graphic>
          <a:graphicData uri="http://schemas.openxmlformats.org/presentationml/2006/ole">
            <p:oleObj name="oleObj" r:id="rId4" imgW="7301230" imgH="426085" progId="Word.Document.12">
              <p:embed/>
              <p:pic>
                <p:nvPicPr>
                  <p:cNvPr id="302452578" name="Object 5"/>
                  <p:cNvPicPr/>
                  <p:nvPr/>
                </p:nvPicPr>
                <p:blipFill rotWithShape="1">
                  <a:blip r:embed="rId3"/>
                  <a:stretch/>
                </p:blipFill>
                <p:spPr bwMode="auto">
                  <a:xfrm>
                    <a:off x="914400" y="685800"/>
                    <a:ext cx="7301323" cy="426678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graphicFrame>
        <p:nvGraphicFramePr>
          <p:cNvPr id="1471927387" name="Object 6"/>
          <p:cNvGraphicFramePr>
            <a:graphicFrameLocks xmlns:a="http://schemas.openxmlformats.org/drawingml/2006/main" noChangeAspect="1"/>
          </p:cNvGraphicFramePr>
          <p:nvPr/>
        </p:nvGraphicFramePr>
        <p:xfrm>
          <a:off x="914400" y="1143000"/>
          <a:ext cx="7300912" cy="4090988"/>
        </p:xfrm>
        <a:graphic>
          <a:graphicData uri="http://schemas.openxmlformats.org/presentationml/2006/ole">
            <p:oleObj name="oleObj" r:id="rId6" imgW="7301230" imgH="4091305" progId="Word.Document.12">
              <p:embed/>
              <p:pic>
                <p:nvPicPr>
                  <p:cNvPr id="1471927387" name="Object 6"/>
                  <p:cNvPicPr/>
                  <p:nvPr/>
                </p:nvPicPr>
                <p:blipFill rotWithShape="1">
                  <a:blip r:embed="rId5"/>
                  <a:stretch/>
                </p:blipFill>
                <p:spPr bwMode="auto">
                  <a:xfrm>
                    <a:off x="914400" y="1143000"/>
                    <a:ext cx="7300912" cy="4090988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4921900" name="Date Placeholder 2"/>
          <p:cNvSpPr>
            <a:spLocks noGrp="1"/>
          </p:cNvSpPr>
          <p:nvPr>
            <p:ph type="dt" sz="half" idx="10"/>
          </p:nvPr>
        </p:nvSpPr>
        <p:spPr bwMode="auto">
          <a:xfrm>
            <a:off x="762000" y="6248400"/>
            <a:ext cx="2362199" cy="457200"/>
          </a:xfrm>
        </p:spPr>
        <p:txBody>
          <a:bodyPr/>
          <a:lstStyle/>
          <a:p>
            <a:pPr>
              <a:defRPr/>
            </a:pPr>
            <a:r>
              <a:rPr lang="en-US"/>
              <a:t>Murach's Java Servlets/JSP (3rd Ed.), C2</a:t>
            </a:r>
            <a:endParaRPr lang="en-US"/>
          </a:p>
        </p:txBody>
      </p:sp>
      <p:sp>
        <p:nvSpPr>
          <p:cNvPr id="209056149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  <a:endParaRPr lang="en-US"/>
          </a:p>
        </p:txBody>
      </p:sp>
      <p:sp>
        <p:nvSpPr>
          <p:cNvPr id="1369145466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/>
              </a:rPr>
              <a:t>Slide </a:t>
            </a:r>
            <a:fld id="{5ECE9829-65B2-40C6-AEFF-7C648FF56A9C}" type="slidenum">
              <a:rPr lang="en-US" sz="900">
                <a:latin typeface="Arial Narrow"/>
              </a:rPr>
              <a:t>17</a:t>
            </a:fld>
            <a:endParaRPr lang="en-US" sz="900">
              <a:latin typeface="Arial Narrow"/>
            </a:endParaRPr>
          </a:p>
        </p:txBody>
      </p:sp>
      <p:graphicFrame>
        <p:nvGraphicFramePr>
          <p:cNvPr id="1347339994" name="Object 5"/>
          <p:cNvGraphicFramePr>
            <a:graphicFrameLocks xmlns:a="http://schemas.openxmlformats.org/drawingml/2006/main" noChangeAspect="1"/>
          </p:cNvGraphicFramePr>
          <p:nvPr/>
        </p:nvGraphicFramePr>
        <p:xfrm>
          <a:off x="914400" y="685800"/>
          <a:ext cx="7301323" cy="426678"/>
        </p:xfrm>
        <a:graphic>
          <a:graphicData uri="http://schemas.openxmlformats.org/presentationml/2006/ole">
            <p:oleObj name="oleObj" r:id="rId4" imgW="7301230" imgH="426085" progId="Word.Document.12">
              <p:embed/>
              <p:pic>
                <p:nvPicPr>
                  <p:cNvPr id="1347339994" name="Object 5"/>
                  <p:cNvPicPr/>
                  <p:nvPr/>
                </p:nvPicPr>
                <p:blipFill rotWithShape="1">
                  <a:blip r:embed="rId3"/>
                  <a:stretch/>
                </p:blipFill>
                <p:spPr bwMode="auto">
                  <a:xfrm>
                    <a:off x="914400" y="685800"/>
                    <a:ext cx="7301323" cy="426678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graphicFrame>
        <p:nvGraphicFramePr>
          <p:cNvPr id="1925476990" name="Object 6"/>
          <p:cNvGraphicFramePr>
            <a:graphicFrameLocks xmlns:a="http://schemas.openxmlformats.org/drawingml/2006/main" noChangeAspect="1"/>
          </p:cNvGraphicFramePr>
          <p:nvPr/>
        </p:nvGraphicFramePr>
        <p:xfrm>
          <a:off x="914400" y="1123950"/>
          <a:ext cx="7300912" cy="4895850"/>
        </p:xfrm>
        <a:graphic>
          <a:graphicData uri="http://schemas.openxmlformats.org/presentationml/2006/ole">
            <p:oleObj name="oleObj" r:id="rId6" imgW="7301230" imgH="4895850" progId="Word.Document.12">
              <p:embed/>
              <p:pic>
                <p:nvPicPr>
                  <p:cNvPr id="1925476990" name="Object 6"/>
                  <p:cNvPicPr/>
                  <p:nvPr/>
                </p:nvPicPr>
                <p:blipFill rotWithShape="1">
                  <a:blip r:embed="rId5"/>
                  <a:stretch/>
                </p:blipFill>
                <p:spPr bwMode="auto">
                  <a:xfrm>
                    <a:off x="914400" y="1123950"/>
                    <a:ext cx="7300912" cy="4895850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21615" name="Date Placeholder 2"/>
          <p:cNvSpPr>
            <a:spLocks noGrp="1"/>
          </p:cNvSpPr>
          <p:nvPr>
            <p:ph type="dt" sz="half" idx="10"/>
          </p:nvPr>
        </p:nvSpPr>
        <p:spPr bwMode="auto">
          <a:xfrm>
            <a:off x="762000" y="6248400"/>
            <a:ext cx="2286000" cy="457200"/>
          </a:xfrm>
        </p:spPr>
        <p:txBody>
          <a:bodyPr/>
          <a:lstStyle/>
          <a:p>
            <a:pPr>
              <a:defRPr/>
            </a:pPr>
            <a:r>
              <a:rPr lang="en-US"/>
              <a:t>Murach's Java Servlets/JSP (3rd Ed.), C2</a:t>
            </a:r>
            <a:endParaRPr lang="en-US"/>
          </a:p>
        </p:txBody>
      </p:sp>
      <p:sp>
        <p:nvSpPr>
          <p:cNvPr id="1689924581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  <a:endParaRPr lang="en-US"/>
          </a:p>
        </p:txBody>
      </p:sp>
      <p:sp>
        <p:nvSpPr>
          <p:cNvPr id="34380104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/>
              </a:rPr>
              <a:t>Slide </a:t>
            </a:r>
            <a:fld id="{5ECE9829-65B2-40C6-AEFF-7C648FF56A9C}" type="slidenum">
              <a:rPr lang="en-US" sz="900">
                <a:latin typeface="Arial Narrow"/>
              </a:rPr>
              <a:t>18</a:t>
            </a:fld>
            <a:endParaRPr lang="en-US" sz="900">
              <a:latin typeface="Arial Narrow"/>
            </a:endParaRPr>
          </a:p>
        </p:txBody>
      </p:sp>
      <p:graphicFrame>
        <p:nvGraphicFramePr>
          <p:cNvPr id="1935759677" name="Object 5"/>
          <p:cNvGraphicFramePr>
            <a:graphicFrameLocks xmlns:a="http://schemas.openxmlformats.org/drawingml/2006/main" noChangeAspect="1"/>
          </p:cNvGraphicFramePr>
          <p:nvPr/>
        </p:nvGraphicFramePr>
        <p:xfrm>
          <a:off x="914400" y="685800"/>
          <a:ext cx="7301323" cy="426678"/>
        </p:xfrm>
        <a:graphic>
          <a:graphicData uri="http://schemas.openxmlformats.org/presentationml/2006/ole">
            <p:oleObj name="oleObj" r:id="rId4" imgW="7301230" imgH="426085" progId="Word.Document.12">
              <p:embed/>
              <p:pic>
                <p:nvPicPr>
                  <p:cNvPr id="1935759677" name="Object 5"/>
                  <p:cNvPicPr/>
                  <p:nvPr/>
                </p:nvPicPr>
                <p:blipFill rotWithShape="1">
                  <a:blip r:embed="rId3"/>
                  <a:stretch/>
                </p:blipFill>
                <p:spPr bwMode="auto">
                  <a:xfrm>
                    <a:off x="914400" y="685800"/>
                    <a:ext cx="7301323" cy="426678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graphicFrame>
        <p:nvGraphicFramePr>
          <p:cNvPr id="730463983" name="Object 6"/>
          <p:cNvGraphicFramePr>
            <a:graphicFrameLocks xmlns:a="http://schemas.openxmlformats.org/drawingml/2006/main" noChangeAspect="1"/>
          </p:cNvGraphicFramePr>
          <p:nvPr/>
        </p:nvGraphicFramePr>
        <p:xfrm>
          <a:off x="914400" y="1090612"/>
          <a:ext cx="7300912" cy="4090988"/>
        </p:xfrm>
        <a:graphic>
          <a:graphicData uri="http://schemas.openxmlformats.org/presentationml/2006/ole">
            <p:oleObj name="oleObj" r:id="rId6" imgW="7301230" imgH="4091305" progId="Word.Document.12">
              <p:embed/>
              <p:pic>
                <p:nvPicPr>
                  <p:cNvPr id="730463983" name="Object 6"/>
                  <p:cNvPicPr/>
                  <p:nvPr/>
                </p:nvPicPr>
                <p:blipFill rotWithShape="1">
                  <a:blip r:embed="rId5"/>
                  <a:stretch/>
                </p:blipFill>
                <p:spPr bwMode="auto">
                  <a:xfrm>
                    <a:off x="914400" y="1090612"/>
                    <a:ext cx="7300912" cy="4090988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259800" name="Date Placeholder 2"/>
          <p:cNvSpPr>
            <a:spLocks noGrp="1"/>
          </p:cNvSpPr>
          <p:nvPr>
            <p:ph type="dt" sz="half" idx="10"/>
          </p:nvPr>
        </p:nvSpPr>
        <p:spPr bwMode="auto">
          <a:xfrm>
            <a:off x="762000" y="6248400"/>
            <a:ext cx="2286000" cy="457200"/>
          </a:xfrm>
        </p:spPr>
        <p:txBody>
          <a:bodyPr/>
          <a:lstStyle/>
          <a:p>
            <a:pPr>
              <a:defRPr/>
            </a:pPr>
            <a:r>
              <a:rPr lang="en-US"/>
              <a:t>Murach's Java Servlets/JSP (3rd Ed.), C2</a:t>
            </a:r>
            <a:endParaRPr lang="en-US"/>
          </a:p>
        </p:txBody>
      </p:sp>
      <p:sp>
        <p:nvSpPr>
          <p:cNvPr id="120004857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  <a:endParaRPr lang="en-US"/>
          </a:p>
        </p:txBody>
      </p:sp>
      <p:sp>
        <p:nvSpPr>
          <p:cNvPr id="1210966432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/>
              </a:rPr>
              <a:t>Slide </a:t>
            </a:r>
            <a:fld id="{5ECE9829-65B2-40C6-AEFF-7C648FF56A9C}" type="slidenum">
              <a:rPr lang="en-US" sz="900">
                <a:latin typeface="Arial Narrow"/>
              </a:rPr>
              <a:t>19</a:t>
            </a:fld>
            <a:endParaRPr lang="en-US" sz="900">
              <a:latin typeface="Arial Narrow"/>
            </a:endParaRPr>
          </a:p>
        </p:txBody>
      </p:sp>
      <p:graphicFrame>
        <p:nvGraphicFramePr>
          <p:cNvPr id="162976632" name="Object 5"/>
          <p:cNvGraphicFramePr>
            <a:graphicFrameLocks xmlns:a="http://schemas.openxmlformats.org/drawingml/2006/main" noChangeAspect="1"/>
          </p:cNvGraphicFramePr>
          <p:nvPr/>
        </p:nvGraphicFramePr>
        <p:xfrm>
          <a:off x="914400" y="685800"/>
          <a:ext cx="7301323" cy="426678"/>
        </p:xfrm>
        <a:graphic>
          <a:graphicData uri="http://schemas.openxmlformats.org/presentationml/2006/ole">
            <p:oleObj name="oleObj" r:id="rId4" imgW="7301230" imgH="426085" progId="Word.Document.12">
              <p:embed/>
              <p:pic>
                <p:nvPicPr>
                  <p:cNvPr id="162976632" name="Object 5"/>
                  <p:cNvPicPr/>
                  <p:nvPr/>
                </p:nvPicPr>
                <p:blipFill rotWithShape="1">
                  <a:blip r:embed="rId3"/>
                  <a:stretch/>
                </p:blipFill>
                <p:spPr bwMode="auto">
                  <a:xfrm>
                    <a:off x="914400" y="685800"/>
                    <a:ext cx="7301323" cy="426678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graphicFrame>
        <p:nvGraphicFramePr>
          <p:cNvPr id="242895616" name="Object 6"/>
          <p:cNvGraphicFramePr>
            <a:graphicFrameLocks xmlns:a="http://schemas.openxmlformats.org/drawingml/2006/main" noChangeAspect="1"/>
          </p:cNvGraphicFramePr>
          <p:nvPr/>
        </p:nvGraphicFramePr>
        <p:xfrm>
          <a:off x="914400" y="1150937"/>
          <a:ext cx="7300912" cy="2278063"/>
        </p:xfrm>
        <a:graphic>
          <a:graphicData uri="http://schemas.openxmlformats.org/presentationml/2006/ole">
            <p:oleObj name="oleObj" r:id="rId6" imgW="7301230" imgH="2278380" progId="Word.Document.12">
              <p:embed/>
              <p:pic>
                <p:nvPicPr>
                  <p:cNvPr id="242895616" name="Object 6"/>
                  <p:cNvPicPr/>
                  <p:nvPr/>
                </p:nvPicPr>
                <p:blipFill rotWithShape="1">
                  <a:blip r:embed="rId5"/>
                  <a:stretch/>
                </p:blipFill>
                <p:spPr bwMode="auto">
                  <a:xfrm>
                    <a:off x="914400" y="1150937"/>
                    <a:ext cx="7300912" cy="2278063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4878239" name="Date Placeholder 2"/>
          <p:cNvSpPr>
            <a:spLocks noGrp="1"/>
          </p:cNvSpPr>
          <p:nvPr>
            <p:ph type="dt" sz="half" idx="10"/>
          </p:nvPr>
        </p:nvSpPr>
        <p:spPr bwMode="auto">
          <a:xfrm>
            <a:off x="762000" y="6248400"/>
            <a:ext cx="2133600" cy="457200"/>
          </a:xfrm>
        </p:spPr>
        <p:txBody>
          <a:bodyPr/>
          <a:lstStyle/>
          <a:p>
            <a:pPr>
              <a:defRPr/>
            </a:pPr>
            <a:r>
              <a:rPr lang="en-US"/>
              <a:t>Murach's Java Servlets/JSP (3rd Ed.), C2</a:t>
            </a:r>
            <a:endParaRPr lang="en-US"/>
          </a:p>
        </p:txBody>
      </p:sp>
      <p:sp>
        <p:nvSpPr>
          <p:cNvPr id="140887960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  <a:endParaRPr lang="en-US"/>
          </a:p>
        </p:txBody>
      </p:sp>
      <p:sp>
        <p:nvSpPr>
          <p:cNvPr id="1612561718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/>
              </a:rPr>
              <a:t>Slide </a:t>
            </a:r>
            <a:fld id="{5ECE9829-65B2-40C6-AEFF-7C648FF56A9C}" type="slidenum">
              <a:rPr lang="en-US" sz="900">
                <a:latin typeface="Arial Narrow"/>
              </a:rPr>
              <a:t>20</a:t>
            </a:fld>
            <a:endParaRPr lang="en-US" sz="900">
              <a:latin typeface="Arial Narrow"/>
            </a:endParaRPr>
          </a:p>
        </p:txBody>
      </p:sp>
      <p:graphicFrame>
        <p:nvGraphicFramePr>
          <p:cNvPr id="1153725630" name="Object 5"/>
          <p:cNvGraphicFramePr>
            <a:graphicFrameLocks xmlns:a="http://schemas.openxmlformats.org/drawingml/2006/main" noChangeAspect="1"/>
          </p:cNvGraphicFramePr>
          <p:nvPr/>
        </p:nvGraphicFramePr>
        <p:xfrm>
          <a:off x="914400" y="685800"/>
          <a:ext cx="7301323" cy="426678"/>
        </p:xfrm>
        <a:graphic>
          <a:graphicData uri="http://schemas.openxmlformats.org/presentationml/2006/ole">
            <p:oleObj name="oleObj" r:id="rId4" imgW="7301230" imgH="426085" progId="Word.Document.12">
              <p:embed/>
              <p:pic>
                <p:nvPicPr>
                  <p:cNvPr id="1153725630" name="Object 5"/>
                  <p:cNvPicPr/>
                  <p:nvPr/>
                </p:nvPicPr>
                <p:blipFill rotWithShape="1">
                  <a:blip r:embed="rId3"/>
                  <a:stretch/>
                </p:blipFill>
                <p:spPr bwMode="auto">
                  <a:xfrm>
                    <a:off x="914400" y="685800"/>
                    <a:ext cx="7301323" cy="426678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graphicFrame>
        <p:nvGraphicFramePr>
          <p:cNvPr id="1270942571" name="Object 6"/>
          <p:cNvGraphicFramePr>
            <a:graphicFrameLocks xmlns:a="http://schemas.openxmlformats.org/drawingml/2006/main" noChangeAspect="1"/>
          </p:cNvGraphicFramePr>
          <p:nvPr/>
        </p:nvGraphicFramePr>
        <p:xfrm>
          <a:off x="914400" y="1146174"/>
          <a:ext cx="7301323" cy="4949106"/>
        </p:xfrm>
        <a:graphic>
          <a:graphicData uri="http://schemas.openxmlformats.org/presentationml/2006/ole">
            <p:oleObj name="oleObj" r:id="rId6" imgW="7301230" imgH="4948555" progId="Word.Document.12">
              <p:embed/>
              <p:pic>
                <p:nvPicPr>
                  <p:cNvPr id="1270942571" name="Object 6"/>
                  <p:cNvPicPr/>
                  <p:nvPr/>
                </p:nvPicPr>
                <p:blipFill rotWithShape="1">
                  <a:blip r:embed="rId5"/>
                  <a:stretch/>
                </p:blipFill>
                <p:spPr bwMode="auto">
                  <a:xfrm>
                    <a:off x="914400" y="1146174"/>
                    <a:ext cx="7301323" cy="4949106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Slide with title">
  <a:themeElements>
    <a:clrScheme name="Master slide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/>
      <a:lstStyle/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Master slid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ster slides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20</Slides>
  <Notes>20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Mike Murach &amp; Associates, Inc.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Stephen</dc:creator>
  <cp:lastModifiedBy/>
  <cp:revision>35</cp:revision>
  <dcterms:created xsi:type="dcterms:W3CDTF">2010-11-30T18:46:51Z</dcterms:created>
  <dcterms:modified xsi:type="dcterms:W3CDTF">2026-08-23T16:42:32Z</dcterms:modified>
</cp:coreProperties>
</file>